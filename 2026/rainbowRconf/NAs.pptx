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6" r:id="rId3"/>
    <p:sldId id="258" r:id="rId4"/>
    <p:sldId id="259" r:id="rId5"/>
  </p:sldIdLst>
  <p:sldSz cx="3071813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B61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82" d="100"/>
          <a:sy n="182" d="100"/>
        </p:scale>
        <p:origin x="3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386" y="748242"/>
            <a:ext cx="2611041" cy="1591733"/>
          </a:xfrm>
        </p:spPr>
        <p:txBody>
          <a:bodyPr anchor="b"/>
          <a:lstStyle>
            <a:lvl1pPr algn="ctr">
              <a:defRPr sz="20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977" y="2401359"/>
            <a:ext cx="2303860" cy="1103841"/>
          </a:xfrm>
        </p:spPr>
        <p:txBody>
          <a:bodyPr/>
          <a:lstStyle>
            <a:lvl1pPr marL="0" indent="0" algn="ctr">
              <a:buNone/>
              <a:defRPr sz="806"/>
            </a:lvl1pPr>
            <a:lvl2pPr marL="153573" indent="0" algn="ctr">
              <a:buNone/>
              <a:defRPr sz="672"/>
            </a:lvl2pPr>
            <a:lvl3pPr marL="307147" indent="0" algn="ctr">
              <a:buNone/>
              <a:defRPr sz="605"/>
            </a:lvl3pPr>
            <a:lvl4pPr marL="460720" indent="0" algn="ctr">
              <a:buNone/>
              <a:defRPr sz="537"/>
            </a:lvl4pPr>
            <a:lvl5pPr marL="614294" indent="0" algn="ctr">
              <a:buNone/>
              <a:defRPr sz="537"/>
            </a:lvl5pPr>
            <a:lvl6pPr marL="767867" indent="0" algn="ctr">
              <a:buNone/>
              <a:defRPr sz="537"/>
            </a:lvl6pPr>
            <a:lvl7pPr marL="921441" indent="0" algn="ctr">
              <a:buNone/>
              <a:defRPr sz="537"/>
            </a:lvl7pPr>
            <a:lvl8pPr marL="1075014" indent="0" algn="ctr">
              <a:buNone/>
              <a:defRPr sz="537"/>
            </a:lvl8pPr>
            <a:lvl9pPr marL="1228588" indent="0" algn="ctr">
              <a:buNone/>
              <a:defRPr sz="5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0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9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87" y="1139826"/>
            <a:ext cx="2649439" cy="1901825"/>
          </a:xfrm>
        </p:spPr>
        <p:txBody>
          <a:bodyPr anchor="b"/>
          <a:lstStyle>
            <a:lvl1pPr>
              <a:defRPr sz="20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587" y="3059643"/>
            <a:ext cx="2649439" cy="1000125"/>
          </a:xfrm>
        </p:spPr>
        <p:txBody>
          <a:bodyPr/>
          <a:lstStyle>
            <a:lvl1pPr marL="0" indent="0">
              <a:buNone/>
              <a:defRPr sz="806">
                <a:solidFill>
                  <a:schemeClr val="tx1">
                    <a:tint val="82000"/>
                  </a:schemeClr>
                </a:solidFill>
              </a:defRPr>
            </a:lvl1pPr>
            <a:lvl2pPr marL="15357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2pPr>
            <a:lvl3pPr marL="307147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3pPr>
            <a:lvl4pPr marL="460720" indent="0">
              <a:buNone/>
              <a:defRPr sz="537">
                <a:solidFill>
                  <a:schemeClr val="tx1">
                    <a:tint val="82000"/>
                  </a:schemeClr>
                </a:solidFill>
              </a:defRPr>
            </a:lvl4pPr>
            <a:lvl5pPr marL="614294" indent="0">
              <a:buNone/>
              <a:defRPr sz="537">
                <a:solidFill>
                  <a:schemeClr val="tx1">
                    <a:tint val="82000"/>
                  </a:schemeClr>
                </a:solidFill>
              </a:defRPr>
            </a:lvl5pPr>
            <a:lvl6pPr marL="767867" indent="0">
              <a:buNone/>
              <a:defRPr sz="537">
                <a:solidFill>
                  <a:schemeClr val="tx1">
                    <a:tint val="82000"/>
                  </a:schemeClr>
                </a:solidFill>
              </a:defRPr>
            </a:lvl6pPr>
            <a:lvl7pPr marL="921441" indent="0">
              <a:buNone/>
              <a:defRPr sz="537">
                <a:solidFill>
                  <a:schemeClr val="tx1">
                    <a:tint val="82000"/>
                  </a:schemeClr>
                </a:solidFill>
              </a:defRPr>
            </a:lvl7pPr>
            <a:lvl8pPr marL="1075014" indent="0">
              <a:buNone/>
              <a:defRPr sz="537">
                <a:solidFill>
                  <a:schemeClr val="tx1">
                    <a:tint val="82000"/>
                  </a:schemeClr>
                </a:solidFill>
              </a:defRPr>
            </a:lvl8pPr>
            <a:lvl9pPr marL="1228588" indent="0">
              <a:buNone/>
              <a:defRPr sz="5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1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1187" y="1217083"/>
            <a:ext cx="1305521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5105" y="1217083"/>
            <a:ext cx="1305521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4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87" y="243417"/>
            <a:ext cx="2649439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587" y="1120775"/>
            <a:ext cx="1299521" cy="549275"/>
          </a:xfrm>
        </p:spPr>
        <p:txBody>
          <a:bodyPr anchor="b"/>
          <a:lstStyle>
            <a:lvl1pPr marL="0" indent="0">
              <a:buNone/>
              <a:defRPr sz="806" b="1"/>
            </a:lvl1pPr>
            <a:lvl2pPr marL="153573" indent="0">
              <a:buNone/>
              <a:defRPr sz="672" b="1"/>
            </a:lvl2pPr>
            <a:lvl3pPr marL="307147" indent="0">
              <a:buNone/>
              <a:defRPr sz="605" b="1"/>
            </a:lvl3pPr>
            <a:lvl4pPr marL="460720" indent="0">
              <a:buNone/>
              <a:defRPr sz="537" b="1"/>
            </a:lvl4pPr>
            <a:lvl5pPr marL="614294" indent="0">
              <a:buNone/>
              <a:defRPr sz="537" b="1"/>
            </a:lvl5pPr>
            <a:lvl6pPr marL="767867" indent="0">
              <a:buNone/>
              <a:defRPr sz="537" b="1"/>
            </a:lvl6pPr>
            <a:lvl7pPr marL="921441" indent="0">
              <a:buNone/>
              <a:defRPr sz="537" b="1"/>
            </a:lvl7pPr>
            <a:lvl8pPr marL="1075014" indent="0">
              <a:buNone/>
              <a:defRPr sz="537" b="1"/>
            </a:lvl8pPr>
            <a:lvl9pPr marL="1228588" indent="0">
              <a:buNone/>
              <a:defRPr sz="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1587" y="1670050"/>
            <a:ext cx="1299521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55105" y="1120775"/>
            <a:ext cx="1305921" cy="549275"/>
          </a:xfrm>
        </p:spPr>
        <p:txBody>
          <a:bodyPr anchor="b"/>
          <a:lstStyle>
            <a:lvl1pPr marL="0" indent="0">
              <a:buNone/>
              <a:defRPr sz="806" b="1"/>
            </a:lvl1pPr>
            <a:lvl2pPr marL="153573" indent="0">
              <a:buNone/>
              <a:defRPr sz="672" b="1"/>
            </a:lvl2pPr>
            <a:lvl3pPr marL="307147" indent="0">
              <a:buNone/>
              <a:defRPr sz="605" b="1"/>
            </a:lvl3pPr>
            <a:lvl4pPr marL="460720" indent="0">
              <a:buNone/>
              <a:defRPr sz="537" b="1"/>
            </a:lvl4pPr>
            <a:lvl5pPr marL="614294" indent="0">
              <a:buNone/>
              <a:defRPr sz="537" b="1"/>
            </a:lvl5pPr>
            <a:lvl6pPr marL="767867" indent="0">
              <a:buNone/>
              <a:defRPr sz="537" b="1"/>
            </a:lvl6pPr>
            <a:lvl7pPr marL="921441" indent="0">
              <a:buNone/>
              <a:defRPr sz="537" b="1"/>
            </a:lvl7pPr>
            <a:lvl8pPr marL="1075014" indent="0">
              <a:buNone/>
              <a:defRPr sz="537" b="1"/>
            </a:lvl8pPr>
            <a:lvl9pPr marL="1228588" indent="0">
              <a:buNone/>
              <a:defRPr sz="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55105" y="1670050"/>
            <a:ext cx="1305921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69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9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6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87" y="304800"/>
            <a:ext cx="990740" cy="1066800"/>
          </a:xfrm>
        </p:spPr>
        <p:txBody>
          <a:bodyPr anchor="b"/>
          <a:lstStyle>
            <a:lvl1pPr>
              <a:defRPr sz="10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5921" y="658284"/>
            <a:ext cx="1555105" cy="3249083"/>
          </a:xfrm>
        </p:spPr>
        <p:txBody>
          <a:bodyPr/>
          <a:lstStyle>
            <a:lvl1pPr>
              <a:defRPr sz="1075"/>
            </a:lvl1pPr>
            <a:lvl2pPr>
              <a:defRPr sz="941"/>
            </a:lvl2pPr>
            <a:lvl3pPr>
              <a:defRPr sz="806"/>
            </a:lvl3pPr>
            <a:lvl4pPr>
              <a:defRPr sz="672"/>
            </a:lvl4pPr>
            <a:lvl5pPr>
              <a:defRPr sz="672"/>
            </a:lvl5pPr>
            <a:lvl6pPr>
              <a:defRPr sz="672"/>
            </a:lvl6pPr>
            <a:lvl7pPr>
              <a:defRPr sz="672"/>
            </a:lvl7pPr>
            <a:lvl8pPr>
              <a:defRPr sz="672"/>
            </a:lvl8pPr>
            <a:lvl9pPr>
              <a:defRPr sz="6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587" y="1371600"/>
            <a:ext cx="990740" cy="2541059"/>
          </a:xfrm>
        </p:spPr>
        <p:txBody>
          <a:bodyPr/>
          <a:lstStyle>
            <a:lvl1pPr marL="0" indent="0">
              <a:buNone/>
              <a:defRPr sz="537"/>
            </a:lvl1pPr>
            <a:lvl2pPr marL="153573" indent="0">
              <a:buNone/>
              <a:defRPr sz="470"/>
            </a:lvl2pPr>
            <a:lvl3pPr marL="307147" indent="0">
              <a:buNone/>
              <a:defRPr sz="403"/>
            </a:lvl3pPr>
            <a:lvl4pPr marL="460720" indent="0">
              <a:buNone/>
              <a:defRPr sz="336"/>
            </a:lvl4pPr>
            <a:lvl5pPr marL="614294" indent="0">
              <a:buNone/>
              <a:defRPr sz="336"/>
            </a:lvl5pPr>
            <a:lvl6pPr marL="767867" indent="0">
              <a:buNone/>
              <a:defRPr sz="336"/>
            </a:lvl6pPr>
            <a:lvl7pPr marL="921441" indent="0">
              <a:buNone/>
              <a:defRPr sz="336"/>
            </a:lvl7pPr>
            <a:lvl8pPr marL="1075014" indent="0">
              <a:buNone/>
              <a:defRPr sz="336"/>
            </a:lvl8pPr>
            <a:lvl9pPr marL="1228588" indent="0">
              <a:buNone/>
              <a:defRPr sz="3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6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87" y="304800"/>
            <a:ext cx="990740" cy="1066800"/>
          </a:xfrm>
        </p:spPr>
        <p:txBody>
          <a:bodyPr anchor="b"/>
          <a:lstStyle>
            <a:lvl1pPr>
              <a:defRPr sz="10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5921" y="658284"/>
            <a:ext cx="1555105" cy="3249083"/>
          </a:xfrm>
        </p:spPr>
        <p:txBody>
          <a:bodyPr anchor="t"/>
          <a:lstStyle>
            <a:lvl1pPr marL="0" indent="0">
              <a:buNone/>
              <a:defRPr sz="1075"/>
            </a:lvl1pPr>
            <a:lvl2pPr marL="153573" indent="0">
              <a:buNone/>
              <a:defRPr sz="941"/>
            </a:lvl2pPr>
            <a:lvl3pPr marL="307147" indent="0">
              <a:buNone/>
              <a:defRPr sz="806"/>
            </a:lvl3pPr>
            <a:lvl4pPr marL="460720" indent="0">
              <a:buNone/>
              <a:defRPr sz="672"/>
            </a:lvl4pPr>
            <a:lvl5pPr marL="614294" indent="0">
              <a:buNone/>
              <a:defRPr sz="672"/>
            </a:lvl5pPr>
            <a:lvl6pPr marL="767867" indent="0">
              <a:buNone/>
              <a:defRPr sz="672"/>
            </a:lvl6pPr>
            <a:lvl7pPr marL="921441" indent="0">
              <a:buNone/>
              <a:defRPr sz="672"/>
            </a:lvl7pPr>
            <a:lvl8pPr marL="1075014" indent="0">
              <a:buNone/>
              <a:defRPr sz="672"/>
            </a:lvl8pPr>
            <a:lvl9pPr marL="1228588" indent="0">
              <a:buNone/>
              <a:defRPr sz="67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587" y="1371600"/>
            <a:ext cx="990740" cy="2541059"/>
          </a:xfrm>
        </p:spPr>
        <p:txBody>
          <a:bodyPr/>
          <a:lstStyle>
            <a:lvl1pPr marL="0" indent="0">
              <a:buNone/>
              <a:defRPr sz="537"/>
            </a:lvl1pPr>
            <a:lvl2pPr marL="153573" indent="0">
              <a:buNone/>
              <a:defRPr sz="470"/>
            </a:lvl2pPr>
            <a:lvl3pPr marL="307147" indent="0">
              <a:buNone/>
              <a:defRPr sz="403"/>
            </a:lvl3pPr>
            <a:lvl4pPr marL="460720" indent="0">
              <a:buNone/>
              <a:defRPr sz="336"/>
            </a:lvl4pPr>
            <a:lvl5pPr marL="614294" indent="0">
              <a:buNone/>
              <a:defRPr sz="336"/>
            </a:lvl5pPr>
            <a:lvl6pPr marL="767867" indent="0">
              <a:buNone/>
              <a:defRPr sz="336"/>
            </a:lvl6pPr>
            <a:lvl7pPr marL="921441" indent="0">
              <a:buNone/>
              <a:defRPr sz="336"/>
            </a:lvl7pPr>
            <a:lvl8pPr marL="1075014" indent="0">
              <a:buNone/>
              <a:defRPr sz="336"/>
            </a:lvl8pPr>
            <a:lvl9pPr marL="1228588" indent="0">
              <a:buNone/>
              <a:defRPr sz="3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0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9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8266" y="243416"/>
            <a:ext cx="662360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1187" y="243416"/>
            <a:ext cx="1948681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5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1187" y="243417"/>
            <a:ext cx="2649439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187" y="1217083"/>
            <a:ext cx="2649439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1187" y="4237568"/>
            <a:ext cx="691158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7DFB6-4B1E-2F4F-A88A-35647D1447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7538" y="4237568"/>
            <a:ext cx="1036737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468" y="4237568"/>
            <a:ext cx="691158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B6CBF-2856-8847-9BAC-7A7F500E1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1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7147" rtl="0" eaLnBrk="1" latinLnBrk="0" hangingPunct="1">
        <a:lnSpc>
          <a:spcPct val="90000"/>
        </a:lnSpc>
        <a:spcBef>
          <a:spcPct val="0"/>
        </a:spcBef>
        <a:buNone/>
        <a:defRPr sz="14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787" indent="-76787" algn="l" defTabSz="30714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941" kern="1200">
          <a:solidFill>
            <a:schemeClr val="tx1"/>
          </a:solidFill>
          <a:latin typeface="+mn-lt"/>
          <a:ea typeface="+mn-ea"/>
          <a:cs typeface="+mn-cs"/>
        </a:defRPr>
      </a:lvl1pPr>
      <a:lvl2pPr marL="230360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2pPr>
      <a:lvl3pPr marL="383934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3pPr>
      <a:lvl4pPr marL="537507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691081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844654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998228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1151801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1305375" indent="-76787" algn="l" defTabSz="307147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1pPr>
      <a:lvl2pPr marL="153573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2pPr>
      <a:lvl3pPr marL="307147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460720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614294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767867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921441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1075014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1228588" algn="l" defTabSz="307147" rtl="0" eaLnBrk="1" latinLnBrk="0" hangingPunct="1"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C3450-F436-D2C2-D7C7-E5A9F2A4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0646E2-B8B0-D1B9-C21F-887492CA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21723"/>
              </p:ext>
            </p:extLst>
          </p:nvPr>
        </p:nvGraphicFramePr>
        <p:xfrm>
          <a:off x="247628" y="259616"/>
          <a:ext cx="2598658" cy="405276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9664">
                  <a:extLst>
                    <a:ext uri="{9D8B030D-6E8A-4147-A177-3AD203B41FA5}">
                      <a16:colId xmlns:a16="http://schemas.microsoft.com/office/drawing/2014/main" val="3781147941"/>
                    </a:ext>
                  </a:extLst>
                </a:gridCol>
                <a:gridCol w="562377">
                  <a:extLst>
                    <a:ext uri="{9D8B030D-6E8A-4147-A177-3AD203B41FA5}">
                      <a16:colId xmlns:a16="http://schemas.microsoft.com/office/drawing/2014/main" val="2546875483"/>
                    </a:ext>
                  </a:extLst>
                </a:gridCol>
                <a:gridCol w="562377">
                  <a:extLst>
                    <a:ext uri="{9D8B030D-6E8A-4147-A177-3AD203B41FA5}">
                      <a16:colId xmlns:a16="http://schemas.microsoft.com/office/drawing/2014/main" val="302884267"/>
                    </a:ext>
                  </a:extLst>
                </a:gridCol>
                <a:gridCol w="501993">
                  <a:extLst>
                    <a:ext uri="{9D8B030D-6E8A-4147-A177-3AD203B41FA5}">
                      <a16:colId xmlns:a16="http://schemas.microsoft.com/office/drawing/2014/main" val="1929802850"/>
                    </a:ext>
                  </a:extLst>
                </a:gridCol>
                <a:gridCol w="522247">
                  <a:extLst>
                    <a:ext uri="{9D8B030D-6E8A-4147-A177-3AD203B41FA5}">
                      <a16:colId xmlns:a16="http://schemas.microsoft.com/office/drawing/2014/main" val="542118594"/>
                    </a:ext>
                  </a:extLst>
                </a:gridCol>
              </a:tblGrid>
              <a:tr h="435208">
                <a:tc>
                  <a:txBody>
                    <a:bodyPr/>
                    <a:lstStyle/>
                    <a:p>
                      <a:r>
                        <a:rPr lang="en-US" sz="1900" dirty="0"/>
                        <a:t>Y</a:t>
                      </a:r>
                      <a:r>
                        <a:rPr lang="en-US" sz="1900" baseline="-2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X</a:t>
                      </a:r>
                      <a:r>
                        <a:rPr lang="en-US" sz="1900" baseline="-25000" dirty="0"/>
                        <a:t>1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X</a:t>
                      </a:r>
                      <a:r>
                        <a:rPr lang="en-US" sz="1900" baseline="-25000" dirty="0"/>
                        <a:t>2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...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X</a:t>
                      </a:r>
                      <a:r>
                        <a:rPr lang="en-US" sz="1900" baseline="-25000" dirty="0" err="1"/>
                        <a:t>p</a:t>
                      </a:r>
                      <a:endParaRPr lang="en-US" sz="1900" baseline="-250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452825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91190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22497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785534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81737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30288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414194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812778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380856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325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19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FB7D86-C7CF-A220-76FC-E841CCBCA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859757"/>
              </p:ext>
            </p:extLst>
          </p:nvPr>
        </p:nvGraphicFramePr>
        <p:xfrm>
          <a:off x="247628" y="259616"/>
          <a:ext cx="2598658" cy="405276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9664">
                  <a:extLst>
                    <a:ext uri="{9D8B030D-6E8A-4147-A177-3AD203B41FA5}">
                      <a16:colId xmlns:a16="http://schemas.microsoft.com/office/drawing/2014/main" val="3781147941"/>
                    </a:ext>
                  </a:extLst>
                </a:gridCol>
                <a:gridCol w="562377">
                  <a:extLst>
                    <a:ext uri="{9D8B030D-6E8A-4147-A177-3AD203B41FA5}">
                      <a16:colId xmlns:a16="http://schemas.microsoft.com/office/drawing/2014/main" val="2546875483"/>
                    </a:ext>
                  </a:extLst>
                </a:gridCol>
                <a:gridCol w="562377">
                  <a:extLst>
                    <a:ext uri="{9D8B030D-6E8A-4147-A177-3AD203B41FA5}">
                      <a16:colId xmlns:a16="http://schemas.microsoft.com/office/drawing/2014/main" val="302884267"/>
                    </a:ext>
                  </a:extLst>
                </a:gridCol>
                <a:gridCol w="501993">
                  <a:extLst>
                    <a:ext uri="{9D8B030D-6E8A-4147-A177-3AD203B41FA5}">
                      <a16:colId xmlns:a16="http://schemas.microsoft.com/office/drawing/2014/main" val="1929802850"/>
                    </a:ext>
                  </a:extLst>
                </a:gridCol>
                <a:gridCol w="522247">
                  <a:extLst>
                    <a:ext uri="{9D8B030D-6E8A-4147-A177-3AD203B41FA5}">
                      <a16:colId xmlns:a16="http://schemas.microsoft.com/office/drawing/2014/main" val="542118594"/>
                    </a:ext>
                  </a:extLst>
                </a:gridCol>
              </a:tblGrid>
              <a:tr h="435208">
                <a:tc>
                  <a:txBody>
                    <a:bodyPr/>
                    <a:lstStyle/>
                    <a:p>
                      <a:r>
                        <a:rPr lang="en-US" sz="1900" dirty="0"/>
                        <a:t>Y</a:t>
                      </a:r>
                      <a:r>
                        <a:rPr lang="en-US" sz="1900" baseline="-2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X</a:t>
                      </a:r>
                      <a:r>
                        <a:rPr lang="en-US" sz="1900" baseline="-25000" dirty="0"/>
                        <a:t>1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X</a:t>
                      </a:r>
                      <a:r>
                        <a:rPr lang="en-US" sz="1900" baseline="-25000" dirty="0"/>
                        <a:t>2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...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X</a:t>
                      </a:r>
                      <a:r>
                        <a:rPr lang="en-US" sz="1900" baseline="-25000" dirty="0" err="1"/>
                        <a:t>p</a:t>
                      </a:r>
                      <a:endParaRPr lang="en-US" sz="1900" baseline="-250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452825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91190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22497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785534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81737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302889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414194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812778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baseline="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380856"/>
                  </a:ext>
                </a:extLst>
              </a:tr>
              <a:tr h="401951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b="1" baseline="0" dirty="0">
                        <a:solidFill>
                          <a:srgbClr val="B61A51"/>
                        </a:solidFill>
                      </a:endParaRPr>
                    </a:p>
                  </a:txBody>
                  <a:tcPr marL="94657" marR="94657" marT="47329" marB="473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32530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8EB9BB-734E-7642-BB37-F0F19C785986}"/>
              </a:ext>
            </a:extLst>
          </p:cNvPr>
          <p:cNvCxnSpPr>
            <a:cxnSpLocks/>
          </p:cNvCxnSpPr>
          <p:nvPr/>
        </p:nvCxnSpPr>
        <p:spPr>
          <a:xfrm>
            <a:off x="164306" y="914400"/>
            <a:ext cx="2743200" cy="0"/>
          </a:xfrm>
          <a:prstGeom prst="line">
            <a:avLst/>
          </a:prstGeom>
          <a:ln w="28575">
            <a:solidFill>
              <a:srgbClr val="B61A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EA07B-9170-4CCB-C158-FCB8B0B2A6C1}"/>
              </a:ext>
            </a:extLst>
          </p:cNvPr>
          <p:cNvCxnSpPr>
            <a:cxnSpLocks/>
          </p:cNvCxnSpPr>
          <p:nvPr/>
        </p:nvCxnSpPr>
        <p:spPr>
          <a:xfrm>
            <a:off x="164306" y="1715954"/>
            <a:ext cx="2743200" cy="0"/>
          </a:xfrm>
          <a:prstGeom prst="line">
            <a:avLst/>
          </a:prstGeom>
          <a:ln w="28575">
            <a:solidFill>
              <a:srgbClr val="B61A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070A6C-D7C9-E360-49B7-DA6FBF96BD24}"/>
              </a:ext>
            </a:extLst>
          </p:cNvPr>
          <p:cNvCxnSpPr>
            <a:cxnSpLocks/>
          </p:cNvCxnSpPr>
          <p:nvPr/>
        </p:nvCxnSpPr>
        <p:spPr>
          <a:xfrm>
            <a:off x="164306" y="2518671"/>
            <a:ext cx="2743200" cy="0"/>
          </a:xfrm>
          <a:prstGeom prst="line">
            <a:avLst/>
          </a:prstGeom>
          <a:ln w="28575">
            <a:solidFill>
              <a:srgbClr val="B61A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0D1F79-03F2-2F87-FA41-6E26A3DF0687}"/>
              </a:ext>
            </a:extLst>
          </p:cNvPr>
          <p:cNvCxnSpPr>
            <a:cxnSpLocks/>
          </p:cNvCxnSpPr>
          <p:nvPr/>
        </p:nvCxnSpPr>
        <p:spPr>
          <a:xfrm>
            <a:off x="164306" y="3321389"/>
            <a:ext cx="2743200" cy="0"/>
          </a:xfrm>
          <a:prstGeom prst="line">
            <a:avLst/>
          </a:prstGeom>
          <a:ln w="28575">
            <a:solidFill>
              <a:srgbClr val="B61A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56AF91-147C-F957-96D0-7C552226C0BB}"/>
              </a:ext>
            </a:extLst>
          </p:cNvPr>
          <p:cNvCxnSpPr>
            <a:cxnSpLocks/>
          </p:cNvCxnSpPr>
          <p:nvPr/>
        </p:nvCxnSpPr>
        <p:spPr>
          <a:xfrm>
            <a:off x="164306" y="3726238"/>
            <a:ext cx="2743200" cy="0"/>
          </a:xfrm>
          <a:prstGeom prst="line">
            <a:avLst/>
          </a:prstGeom>
          <a:ln w="28575">
            <a:solidFill>
              <a:srgbClr val="B61A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58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lay 3">
            <a:extLst>
              <a:ext uri="{FF2B5EF4-FFF2-40B4-BE49-F238E27FC236}">
                <a16:creationId xmlns:a16="http://schemas.microsoft.com/office/drawing/2014/main" id="{BB4E59D3-C97D-71AD-EE3F-A6EF26A0BE3D}"/>
              </a:ext>
            </a:extLst>
          </p:cNvPr>
          <p:cNvSpPr/>
          <p:nvPr/>
        </p:nvSpPr>
        <p:spPr>
          <a:xfrm rot="16200000">
            <a:off x="1078460" y="317594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0E879E-83ED-F2A9-356A-76E9FDDA6FA5}"/>
              </a:ext>
            </a:extLst>
          </p:cNvPr>
          <p:cNvSpPr/>
          <p:nvPr/>
        </p:nvSpPr>
        <p:spPr>
          <a:xfrm>
            <a:off x="1120341" y="104701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lay 5">
            <a:extLst>
              <a:ext uri="{FF2B5EF4-FFF2-40B4-BE49-F238E27FC236}">
                <a16:creationId xmlns:a16="http://schemas.microsoft.com/office/drawing/2014/main" id="{C09C8D88-9466-2B15-FEEA-126020D35C1D}"/>
              </a:ext>
            </a:extLst>
          </p:cNvPr>
          <p:cNvSpPr/>
          <p:nvPr/>
        </p:nvSpPr>
        <p:spPr>
          <a:xfrm rot="16200000">
            <a:off x="1392571" y="317595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3F9177-32BB-EF8F-6A66-C229B9D20CBB}"/>
              </a:ext>
            </a:extLst>
          </p:cNvPr>
          <p:cNvSpPr/>
          <p:nvPr/>
        </p:nvSpPr>
        <p:spPr>
          <a:xfrm>
            <a:off x="1434452" y="104702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elay 7">
            <a:extLst>
              <a:ext uri="{FF2B5EF4-FFF2-40B4-BE49-F238E27FC236}">
                <a16:creationId xmlns:a16="http://schemas.microsoft.com/office/drawing/2014/main" id="{EAAF6D97-7E0F-0782-07D8-F93051FC9CCE}"/>
              </a:ext>
            </a:extLst>
          </p:cNvPr>
          <p:cNvSpPr/>
          <p:nvPr/>
        </p:nvSpPr>
        <p:spPr>
          <a:xfrm rot="16200000">
            <a:off x="1706681" y="317595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BE788C-234D-E661-3984-10D769387CEA}"/>
              </a:ext>
            </a:extLst>
          </p:cNvPr>
          <p:cNvSpPr/>
          <p:nvPr/>
        </p:nvSpPr>
        <p:spPr>
          <a:xfrm>
            <a:off x="1748562" y="104702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lay 11">
            <a:extLst>
              <a:ext uri="{FF2B5EF4-FFF2-40B4-BE49-F238E27FC236}">
                <a16:creationId xmlns:a16="http://schemas.microsoft.com/office/drawing/2014/main" id="{F4F756FA-4CB3-17F7-92A1-D49796B66E11}"/>
              </a:ext>
            </a:extLst>
          </p:cNvPr>
          <p:cNvSpPr/>
          <p:nvPr/>
        </p:nvSpPr>
        <p:spPr>
          <a:xfrm rot="16200000">
            <a:off x="1078461" y="783515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D9CAB0-74B1-74E3-5C0F-FC079A2BFD23}"/>
              </a:ext>
            </a:extLst>
          </p:cNvPr>
          <p:cNvSpPr/>
          <p:nvPr/>
        </p:nvSpPr>
        <p:spPr>
          <a:xfrm>
            <a:off x="1120342" y="570622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lay 13">
            <a:extLst>
              <a:ext uri="{FF2B5EF4-FFF2-40B4-BE49-F238E27FC236}">
                <a16:creationId xmlns:a16="http://schemas.microsoft.com/office/drawing/2014/main" id="{682633C2-4605-1A6E-A1C2-5F1589C42252}"/>
              </a:ext>
            </a:extLst>
          </p:cNvPr>
          <p:cNvSpPr/>
          <p:nvPr/>
        </p:nvSpPr>
        <p:spPr>
          <a:xfrm rot="16200000">
            <a:off x="1392572" y="783516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3236AE-4E3C-7C62-95D4-D0B9F5654B95}"/>
              </a:ext>
            </a:extLst>
          </p:cNvPr>
          <p:cNvSpPr/>
          <p:nvPr/>
        </p:nvSpPr>
        <p:spPr>
          <a:xfrm>
            <a:off x="1434453" y="570623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elay 15">
            <a:extLst>
              <a:ext uri="{FF2B5EF4-FFF2-40B4-BE49-F238E27FC236}">
                <a16:creationId xmlns:a16="http://schemas.microsoft.com/office/drawing/2014/main" id="{08E8E82E-D5EC-7168-17F1-BA2A7A902625}"/>
              </a:ext>
            </a:extLst>
          </p:cNvPr>
          <p:cNvSpPr/>
          <p:nvPr/>
        </p:nvSpPr>
        <p:spPr>
          <a:xfrm rot="16200000">
            <a:off x="1706682" y="783516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5D0AD7-6949-2F65-80C5-1856D2B78E25}"/>
              </a:ext>
            </a:extLst>
          </p:cNvPr>
          <p:cNvSpPr/>
          <p:nvPr/>
        </p:nvSpPr>
        <p:spPr>
          <a:xfrm>
            <a:off x="1748563" y="570623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elay 35">
            <a:extLst>
              <a:ext uri="{FF2B5EF4-FFF2-40B4-BE49-F238E27FC236}">
                <a16:creationId xmlns:a16="http://schemas.microsoft.com/office/drawing/2014/main" id="{C1839F3F-820F-C9E4-33D1-CADC17AC4B4F}"/>
              </a:ext>
            </a:extLst>
          </p:cNvPr>
          <p:cNvSpPr/>
          <p:nvPr/>
        </p:nvSpPr>
        <p:spPr>
          <a:xfrm rot="16200000">
            <a:off x="1078458" y="1816587"/>
            <a:ext cx="307127" cy="314110"/>
          </a:xfrm>
          <a:prstGeom prst="flowChartDelay">
            <a:avLst/>
          </a:prstGeom>
          <a:ln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9CEE74-E3FE-CB72-A5EB-5CBCAEAA5807}"/>
              </a:ext>
            </a:extLst>
          </p:cNvPr>
          <p:cNvSpPr/>
          <p:nvPr/>
        </p:nvSpPr>
        <p:spPr>
          <a:xfrm>
            <a:off x="1120339" y="1603694"/>
            <a:ext cx="223364" cy="216385"/>
          </a:xfrm>
          <a:prstGeom prst="ellips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elay 37">
            <a:extLst>
              <a:ext uri="{FF2B5EF4-FFF2-40B4-BE49-F238E27FC236}">
                <a16:creationId xmlns:a16="http://schemas.microsoft.com/office/drawing/2014/main" id="{7B2DA5C9-8144-0608-58FE-0D10DE32743A}"/>
              </a:ext>
            </a:extLst>
          </p:cNvPr>
          <p:cNvSpPr/>
          <p:nvPr/>
        </p:nvSpPr>
        <p:spPr>
          <a:xfrm rot="16200000">
            <a:off x="1392569" y="1816588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D900760-9849-53CC-3270-8CF13CC8E070}"/>
              </a:ext>
            </a:extLst>
          </p:cNvPr>
          <p:cNvSpPr/>
          <p:nvPr/>
        </p:nvSpPr>
        <p:spPr>
          <a:xfrm>
            <a:off x="1434450" y="1603695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elay 39">
            <a:extLst>
              <a:ext uri="{FF2B5EF4-FFF2-40B4-BE49-F238E27FC236}">
                <a16:creationId xmlns:a16="http://schemas.microsoft.com/office/drawing/2014/main" id="{B8D8555D-0FA2-DED3-39B1-DA93EEF533D2}"/>
              </a:ext>
            </a:extLst>
          </p:cNvPr>
          <p:cNvSpPr/>
          <p:nvPr/>
        </p:nvSpPr>
        <p:spPr>
          <a:xfrm rot="16200000">
            <a:off x="1706679" y="1816588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B48CEF-7AD5-E68B-875A-D9FA851162A2}"/>
              </a:ext>
            </a:extLst>
          </p:cNvPr>
          <p:cNvSpPr/>
          <p:nvPr/>
        </p:nvSpPr>
        <p:spPr>
          <a:xfrm>
            <a:off x="1748560" y="1603695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elay 41">
            <a:extLst>
              <a:ext uri="{FF2B5EF4-FFF2-40B4-BE49-F238E27FC236}">
                <a16:creationId xmlns:a16="http://schemas.microsoft.com/office/drawing/2014/main" id="{DC1E4163-7C29-626C-49C5-DBFB54EDC6B1}"/>
              </a:ext>
            </a:extLst>
          </p:cNvPr>
          <p:cNvSpPr/>
          <p:nvPr/>
        </p:nvSpPr>
        <p:spPr>
          <a:xfrm rot="16200000">
            <a:off x="1078459" y="2282508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3E21DD-F178-69EF-8546-58A0C51B1FFD}"/>
              </a:ext>
            </a:extLst>
          </p:cNvPr>
          <p:cNvSpPr/>
          <p:nvPr/>
        </p:nvSpPr>
        <p:spPr>
          <a:xfrm>
            <a:off x="1120340" y="2069615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elay 43">
            <a:extLst>
              <a:ext uri="{FF2B5EF4-FFF2-40B4-BE49-F238E27FC236}">
                <a16:creationId xmlns:a16="http://schemas.microsoft.com/office/drawing/2014/main" id="{A4ADB250-C5C9-49B4-3CD9-7719C1C51008}"/>
              </a:ext>
            </a:extLst>
          </p:cNvPr>
          <p:cNvSpPr/>
          <p:nvPr/>
        </p:nvSpPr>
        <p:spPr>
          <a:xfrm rot="16200000">
            <a:off x="1392570" y="2282509"/>
            <a:ext cx="307127" cy="314110"/>
          </a:xfrm>
          <a:prstGeom prst="flowChartDelay">
            <a:avLst/>
          </a:prstGeom>
          <a:ln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125E63-1879-5650-7D9B-369B51B07D28}"/>
              </a:ext>
            </a:extLst>
          </p:cNvPr>
          <p:cNvSpPr/>
          <p:nvPr/>
        </p:nvSpPr>
        <p:spPr>
          <a:xfrm>
            <a:off x="1434451" y="2069616"/>
            <a:ext cx="223364" cy="216385"/>
          </a:xfrm>
          <a:prstGeom prst="ellips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elay 45">
            <a:extLst>
              <a:ext uri="{FF2B5EF4-FFF2-40B4-BE49-F238E27FC236}">
                <a16:creationId xmlns:a16="http://schemas.microsoft.com/office/drawing/2014/main" id="{8E9762E8-685B-093D-A13E-BD19A3F9C209}"/>
              </a:ext>
            </a:extLst>
          </p:cNvPr>
          <p:cNvSpPr/>
          <p:nvPr/>
        </p:nvSpPr>
        <p:spPr>
          <a:xfrm rot="16200000">
            <a:off x="1706680" y="2282509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C7012AB-E9A1-6C0C-7167-F7E613E13D80}"/>
              </a:ext>
            </a:extLst>
          </p:cNvPr>
          <p:cNvSpPr/>
          <p:nvPr/>
        </p:nvSpPr>
        <p:spPr>
          <a:xfrm>
            <a:off x="1748561" y="2069616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elay 47">
            <a:extLst>
              <a:ext uri="{FF2B5EF4-FFF2-40B4-BE49-F238E27FC236}">
                <a16:creationId xmlns:a16="http://schemas.microsoft.com/office/drawing/2014/main" id="{BA01B8A5-02D9-8063-69AE-1A22412C4295}"/>
              </a:ext>
            </a:extLst>
          </p:cNvPr>
          <p:cNvSpPr/>
          <p:nvPr/>
        </p:nvSpPr>
        <p:spPr>
          <a:xfrm rot="16200000">
            <a:off x="1078456" y="3531964"/>
            <a:ext cx="307127" cy="314110"/>
          </a:xfrm>
          <a:prstGeom prst="flowChartDelay">
            <a:avLst/>
          </a:prstGeom>
          <a:ln>
            <a:solidFill>
              <a:srgbClr val="B61A51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BAD8A7-8676-3A39-001B-F2C1121C247D}"/>
              </a:ext>
            </a:extLst>
          </p:cNvPr>
          <p:cNvSpPr/>
          <p:nvPr/>
        </p:nvSpPr>
        <p:spPr>
          <a:xfrm>
            <a:off x="1120337" y="3319071"/>
            <a:ext cx="223364" cy="216385"/>
          </a:xfrm>
          <a:prstGeom prst="ellipse">
            <a:avLst/>
          </a:prstGeom>
          <a:ln>
            <a:solidFill>
              <a:srgbClr val="B61A51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elay 49">
            <a:extLst>
              <a:ext uri="{FF2B5EF4-FFF2-40B4-BE49-F238E27FC236}">
                <a16:creationId xmlns:a16="http://schemas.microsoft.com/office/drawing/2014/main" id="{54B8C327-4D10-2D73-9D33-E1B903E9EA6D}"/>
              </a:ext>
            </a:extLst>
          </p:cNvPr>
          <p:cNvSpPr/>
          <p:nvPr/>
        </p:nvSpPr>
        <p:spPr>
          <a:xfrm rot="16200000">
            <a:off x="1392567" y="3531965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D23519C-2F72-576F-A735-7660C71B22D8}"/>
              </a:ext>
            </a:extLst>
          </p:cNvPr>
          <p:cNvSpPr/>
          <p:nvPr/>
        </p:nvSpPr>
        <p:spPr>
          <a:xfrm>
            <a:off x="1434448" y="3319072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elay 51">
            <a:extLst>
              <a:ext uri="{FF2B5EF4-FFF2-40B4-BE49-F238E27FC236}">
                <a16:creationId xmlns:a16="http://schemas.microsoft.com/office/drawing/2014/main" id="{CE568D28-3CCF-1A52-CE4B-DA171E9EEA52}"/>
              </a:ext>
            </a:extLst>
          </p:cNvPr>
          <p:cNvSpPr/>
          <p:nvPr/>
        </p:nvSpPr>
        <p:spPr>
          <a:xfrm rot="16200000">
            <a:off x="1706677" y="3531965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1469CD3-D22E-1EC6-C570-6EA2DB23C9FD}"/>
              </a:ext>
            </a:extLst>
          </p:cNvPr>
          <p:cNvSpPr/>
          <p:nvPr/>
        </p:nvSpPr>
        <p:spPr>
          <a:xfrm>
            <a:off x="1748558" y="3319072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elay 53">
            <a:extLst>
              <a:ext uri="{FF2B5EF4-FFF2-40B4-BE49-F238E27FC236}">
                <a16:creationId xmlns:a16="http://schemas.microsoft.com/office/drawing/2014/main" id="{5F11CC5C-6F18-EB8D-2D15-8FD923BD4B64}"/>
              </a:ext>
            </a:extLst>
          </p:cNvPr>
          <p:cNvSpPr/>
          <p:nvPr/>
        </p:nvSpPr>
        <p:spPr>
          <a:xfrm rot="16200000">
            <a:off x="1078457" y="3997885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8DF1DFF-7BE2-1CCA-0104-DD5C2B88C829}"/>
              </a:ext>
            </a:extLst>
          </p:cNvPr>
          <p:cNvSpPr/>
          <p:nvPr/>
        </p:nvSpPr>
        <p:spPr>
          <a:xfrm>
            <a:off x="1120338" y="3784992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elay 55">
            <a:extLst>
              <a:ext uri="{FF2B5EF4-FFF2-40B4-BE49-F238E27FC236}">
                <a16:creationId xmlns:a16="http://schemas.microsoft.com/office/drawing/2014/main" id="{BBFAF58B-896F-1B78-AE51-AF1C37A30BFD}"/>
              </a:ext>
            </a:extLst>
          </p:cNvPr>
          <p:cNvSpPr/>
          <p:nvPr/>
        </p:nvSpPr>
        <p:spPr>
          <a:xfrm rot="16200000">
            <a:off x="1392568" y="3997886"/>
            <a:ext cx="307127" cy="314110"/>
          </a:xfrm>
          <a:prstGeom prst="flowChartDelay">
            <a:avLst/>
          </a:prstGeom>
          <a:ln>
            <a:solidFill>
              <a:srgbClr val="B61A51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C8D9BFC-6BAC-C38E-78FB-F687591FC548}"/>
              </a:ext>
            </a:extLst>
          </p:cNvPr>
          <p:cNvSpPr/>
          <p:nvPr/>
        </p:nvSpPr>
        <p:spPr>
          <a:xfrm>
            <a:off x="1434449" y="3784993"/>
            <a:ext cx="223364" cy="216385"/>
          </a:xfrm>
          <a:prstGeom prst="ellipse">
            <a:avLst/>
          </a:prstGeom>
          <a:ln>
            <a:solidFill>
              <a:srgbClr val="B61A51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elay 57">
            <a:extLst>
              <a:ext uri="{FF2B5EF4-FFF2-40B4-BE49-F238E27FC236}">
                <a16:creationId xmlns:a16="http://schemas.microsoft.com/office/drawing/2014/main" id="{9AD5AA8E-7C99-5DAA-46AA-2F7F98030AA6}"/>
              </a:ext>
            </a:extLst>
          </p:cNvPr>
          <p:cNvSpPr/>
          <p:nvPr/>
        </p:nvSpPr>
        <p:spPr>
          <a:xfrm rot="16200000">
            <a:off x="1706678" y="3997886"/>
            <a:ext cx="307127" cy="314110"/>
          </a:xfrm>
          <a:prstGeom prst="flowChartDelay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0E43D7C-22C9-6ECE-C0AB-671869AB304E}"/>
              </a:ext>
            </a:extLst>
          </p:cNvPr>
          <p:cNvSpPr/>
          <p:nvPr/>
        </p:nvSpPr>
        <p:spPr>
          <a:xfrm>
            <a:off x="1748559" y="3784993"/>
            <a:ext cx="223364" cy="21638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D6E378-E2E1-C5D1-1EBF-F62690EAEF5E}"/>
              </a:ext>
            </a:extLst>
          </p:cNvPr>
          <p:cNvSpPr txBox="1"/>
          <p:nvPr/>
        </p:nvSpPr>
        <p:spPr>
          <a:xfrm>
            <a:off x="1074964" y="1844819"/>
            <a:ext cx="31411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baseline="0" dirty="0">
                <a:solidFill>
                  <a:srgbClr val="B61A51"/>
                </a:solidFill>
              </a:rPr>
              <a:t>NA</a:t>
            </a:r>
            <a:endParaRPr lang="en-US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ABE4B8-BDA8-5CB0-BB2B-096D87D949E6}"/>
              </a:ext>
            </a:extLst>
          </p:cNvPr>
          <p:cNvSpPr txBox="1"/>
          <p:nvPr/>
        </p:nvSpPr>
        <p:spPr>
          <a:xfrm>
            <a:off x="1389075" y="2294410"/>
            <a:ext cx="31411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baseline="0" dirty="0">
                <a:solidFill>
                  <a:srgbClr val="B61A51"/>
                </a:solidFill>
              </a:rPr>
              <a:t>NA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99235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DF6D5-7179-69B3-4490-EB51594D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9C99B7-05DD-B63E-2E77-5300F8799DA7}"/>
              </a:ext>
            </a:extLst>
          </p:cNvPr>
          <p:cNvGrpSpPr>
            <a:grpSpLocks noChangeAspect="1"/>
          </p:cNvGrpSpPr>
          <p:nvPr/>
        </p:nvGrpSpPr>
        <p:grpSpPr>
          <a:xfrm>
            <a:off x="713661" y="170099"/>
            <a:ext cx="1644481" cy="1726677"/>
            <a:chOff x="289688" y="263496"/>
            <a:chExt cx="942332" cy="989433"/>
          </a:xfrm>
        </p:grpSpPr>
        <p:sp>
          <p:nvSpPr>
            <p:cNvPr id="4" name="Delay 3">
              <a:extLst>
                <a:ext uri="{FF2B5EF4-FFF2-40B4-BE49-F238E27FC236}">
                  <a16:creationId xmlns:a16="http://schemas.microsoft.com/office/drawing/2014/main" id="{6C207D03-0FFC-1CC3-F448-E2140F5F4472}"/>
                </a:ext>
              </a:extLst>
            </p:cNvPr>
            <p:cNvSpPr/>
            <p:nvPr/>
          </p:nvSpPr>
          <p:spPr>
            <a:xfrm rot="16200000">
              <a:off x="293179" y="476389"/>
              <a:ext cx="307127" cy="314110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D90A925-7D15-9EE5-80FD-39626D759B9A}"/>
                </a:ext>
              </a:extLst>
            </p:cNvPr>
            <p:cNvSpPr/>
            <p:nvPr/>
          </p:nvSpPr>
          <p:spPr>
            <a:xfrm>
              <a:off x="335060" y="263496"/>
              <a:ext cx="223364" cy="21638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Delay 5">
              <a:extLst>
                <a:ext uri="{FF2B5EF4-FFF2-40B4-BE49-F238E27FC236}">
                  <a16:creationId xmlns:a16="http://schemas.microsoft.com/office/drawing/2014/main" id="{6F994051-185B-8443-AD13-121C43890E3F}"/>
                </a:ext>
              </a:extLst>
            </p:cNvPr>
            <p:cNvSpPr/>
            <p:nvPr/>
          </p:nvSpPr>
          <p:spPr>
            <a:xfrm rot="16200000">
              <a:off x="607290" y="476390"/>
              <a:ext cx="307127" cy="314110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81F6A54-0B9E-7DD3-E498-3C53DC1614F8}"/>
                </a:ext>
              </a:extLst>
            </p:cNvPr>
            <p:cNvSpPr/>
            <p:nvPr/>
          </p:nvSpPr>
          <p:spPr>
            <a:xfrm>
              <a:off x="649171" y="263497"/>
              <a:ext cx="223364" cy="21638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Delay 7">
              <a:extLst>
                <a:ext uri="{FF2B5EF4-FFF2-40B4-BE49-F238E27FC236}">
                  <a16:creationId xmlns:a16="http://schemas.microsoft.com/office/drawing/2014/main" id="{73187217-63E8-F1DF-357E-2A6628596353}"/>
                </a:ext>
              </a:extLst>
            </p:cNvPr>
            <p:cNvSpPr/>
            <p:nvPr/>
          </p:nvSpPr>
          <p:spPr>
            <a:xfrm rot="16200000">
              <a:off x="921400" y="476390"/>
              <a:ext cx="307127" cy="314110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8CE9CFE-D333-49AA-BC82-1913B941E58D}"/>
                </a:ext>
              </a:extLst>
            </p:cNvPr>
            <p:cNvSpPr/>
            <p:nvPr/>
          </p:nvSpPr>
          <p:spPr>
            <a:xfrm>
              <a:off x="963281" y="263497"/>
              <a:ext cx="223364" cy="21638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Delay 11">
              <a:extLst>
                <a:ext uri="{FF2B5EF4-FFF2-40B4-BE49-F238E27FC236}">
                  <a16:creationId xmlns:a16="http://schemas.microsoft.com/office/drawing/2014/main" id="{C5741218-004B-87F7-7C74-491D564E98D8}"/>
                </a:ext>
              </a:extLst>
            </p:cNvPr>
            <p:cNvSpPr/>
            <p:nvPr/>
          </p:nvSpPr>
          <p:spPr>
            <a:xfrm rot="16200000">
              <a:off x="293180" y="942310"/>
              <a:ext cx="307127" cy="314110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C4CBCD-287A-C5D8-ABE1-FB2AED497B98}"/>
                </a:ext>
              </a:extLst>
            </p:cNvPr>
            <p:cNvSpPr/>
            <p:nvPr/>
          </p:nvSpPr>
          <p:spPr>
            <a:xfrm>
              <a:off x="335061" y="729417"/>
              <a:ext cx="223364" cy="21638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Delay 13">
              <a:extLst>
                <a:ext uri="{FF2B5EF4-FFF2-40B4-BE49-F238E27FC236}">
                  <a16:creationId xmlns:a16="http://schemas.microsoft.com/office/drawing/2014/main" id="{BD0A6027-6902-B42F-417A-6B84CE5D0F5F}"/>
                </a:ext>
              </a:extLst>
            </p:cNvPr>
            <p:cNvSpPr/>
            <p:nvPr/>
          </p:nvSpPr>
          <p:spPr>
            <a:xfrm rot="16200000">
              <a:off x="607291" y="942311"/>
              <a:ext cx="307127" cy="314110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8A3348E-0952-B805-F417-9D656AA57EE5}"/>
                </a:ext>
              </a:extLst>
            </p:cNvPr>
            <p:cNvSpPr/>
            <p:nvPr/>
          </p:nvSpPr>
          <p:spPr>
            <a:xfrm>
              <a:off x="649172" y="729418"/>
              <a:ext cx="223364" cy="21638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Delay 15">
              <a:extLst>
                <a:ext uri="{FF2B5EF4-FFF2-40B4-BE49-F238E27FC236}">
                  <a16:creationId xmlns:a16="http://schemas.microsoft.com/office/drawing/2014/main" id="{94DBEDB4-E3A4-668D-55F9-C7FD629A8F78}"/>
                </a:ext>
              </a:extLst>
            </p:cNvPr>
            <p:cNvSpPr/>
            <p:nvPr/>
          </p:nvSpPr>
          <p:spPr>
            <a:xfrm rot="16200000">
              <a:off x="921401" y="942311"/>
              <a:ext cx="307127" cy="314110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FDD699-0C6E-A778-531C-362C04179341}"/>
                </a:ext>
              </a:extLst>
            </p:cNvPr>
            <p:cNvSpPr/>
            <p:nvPr/>
          </p:nvSpPr>
          <p:spPr>
            <a:xfrm>
              <a:off x="963282" y="729418"/>
              <a:ext cx="223364" cy="21638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9D478A-142D-7FA2-9157-01EE505C2167}"/>
              </a:ext>
            </a:extLst>
          </p:cNvPr>
          <p:cNvGrpSpPr/>
          <p:nvPr/>
        </p:nvGrpSpPr>
        <p:grpSpPr>
          <a:xfrm>
            <a:off x="677383" y="2599046"/>
            <a:ext cx="1717030" cy="1802854"/>
            <a:chOff x="677383" y="2633946"/>
            <a:chExt cx="1717030" cy="1802854"/>
          </a:xfrm>
        </p:grpSpPr>
        <p:sp>
          <p:nvSpPr>
            <p:cNvPr id="48" name="Delay 47">
              <a:extLst>
                <a:ext uri="{FF2B5EF4-FFF2-40B4-BE49-F238E27FC236}">
                  <a16:creationId xmlns:a16="http://schemas.microsoft.com/office/drawing/2014/main" id="{E4CF5AA5-A6DB-7E39-D768-C5DD2A2EC61C}"/>
                </a:ext>
              </a:extLst>
            </p:cNvPr>
            <p:cNvSpPr/>
            <p:nvPr/>
          </p:nvSpPr>
          <p:spPr>
            <a:xfrm rot="16200000">
              <a:off x="683745" y="3021860"/>
              <a:ext cx="559618" cy="572342"/>
            </a:xfrm>
            <a:prstGeom prst="flowChartDelay">
              <a:avLst/>
            </a:prstGeom>
            <a:ln>
              <a:solidFill>
                <a:srgbClr val="B61A5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C64887C-9B61-A2A1-6C55-60D926CA04E5}"/>
                </a:ext>
              </a:extLst>
            </p:cNvPr>
            <p:cNvSpPr/>
            <p:nvPr/>
          </p:nvSpPr>
          <p:spPr>
            <a:xfrm>
              <a:off x="760057" y="2633946"/>
              <a:ext cx="406993" cy="394277"/>
            </a:xfrm>
            <a:prstGeom prst="ellipse">
              <a:avLst/>
            </a:prstGeom>
            <a:ln>
              <a:solidFill>
                <a:srgbClr val="B61A5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Delay 49">
              <a:extLst>
                <a:ext uri="{FF2B5EF4-FFF2-40B4-BE49-F238E27FC236}">
                  <a16:creationId xmlns:a16="http://schemas.microsoft.com/office/drawing/2014/main" id="{162DC2F5-C62E-C33E-06BE-9ED3A556901B}"/>
                </a:ext>
              </a:extLst>
            </p:cNvPr>
            <p:cNvSpPr/>
            <p:nvPr/>
          </p:nvSpPr>
          <p:spPr>
            <a:xfrm rot="16200000">
              <a:off x="1256089" y="3021862"/>
              <a:ext cx="559618" cy="572342"/>
            </a:xfrm>
            <a:prstGeom prst="flowChartDelay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275F267-DBFE-EEAC-86C1-396DDD3AC340}"/>
                </a:ext>
              </a:extLst>
            </p:cNvPr>
            <p:cNvSpPr/>
            <p:nvPr/>
          </p:nvSpPr>
          <p:spPr>
            <a:xfrm>
              <a:off x="1332401" y="2633948"/>
              <a:ext cx="406993" cy="394277"/>
            </a:xfrm>
            <a:prstGeom prst="ellipse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Delay 51">
              <a:extLst>
                <a:ext uri="{FF2B5EF4-FFF2-40B4-BE49-F238E27FC236}">
                  <a16:creationId xmlns:a16="http://schemas.microsoft.com/office/drawing/2014/main" id="{4F604D7C-840E-57EE-642B-ABBE06221F15}"/>
                </a:ext>
              </a:extLst>
            </p:cNvPr>
            <p:cNvSpPr/>
            <p:nvPr/>
          </p:nvSpPr>
          <p:spPr>
            <a:xfrm rot="16200000">
              <a:off x="1828431" y="3021862"/>
              <a:ext cx="559618" cy="572342"/>
            </a:xfrm>
            <a:prstGeom prst="flowChartDelay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9016F60-2201-0C6F-0E0B-92E03F94B684}"/>
                </a:ext>
              </a:extLst>
            </p:cNvPr>
            <p:cNvSpPr/>
            <p:nvPr/>
          </p:nvSpPr>
          <p:spPr>
            <a:xfrm>
              <a:off x="1904743" y="2633948"/>
              <a:ext cx="406993" cy="394277"/>
            </a:xfrm>
            <a:prstGeom prst="ellipse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Delay 53">
              <a:extLst>
                <a:ext uri="{FF2B5EF4-FFF2-40B4-BE49-F238E27FC236}">
                  <a16:creationId xmlns:a16="http://schemas.microsoft.com/office/drawing/2014/main" id="{9A3B0559-44DE-C67A-02FF-D621EB7B92B9}"/>
                </a:ext>
              </a:extLst>
            </p:cNvPr>
            <p:cNvSpPr/>
            <p:nvPr/>
          </p:nvSpPr>
          <p:spPr>
            <a:xfrm rot="16200000">
              <a:off x="683747" y="3870818"/>
              <a:ext cx="559618" cy="572342"/>
            </a:xfrm>
            <a:prstGeom prst="flowChartDelay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DF2DE0-4C73-42CF-A27A-32E1A49178F5}"/>
                </a:ext>
              </a:extLst>
            </p:cNvPr>
            <p:cNvSpPr/>
            <p:nvPr/>
          </p:nvSpPr>
          <p:spPr>
            <a:xfrm>
              <a:off x="760058" y="3482904"/>
              <a:ext cx="406993" cy="394277"/>
            </a:xfrm>
            <a:prstGeom prst="ellipse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Delay 55">
              <a:extLst>
                <a:ext uri="{FF2B5EF4-FFF2-40B4-BE49-F238E27FC236}">
                  <a16:creationId xmlns:a16="http://schemas.microsoft.com/office/drawing/2014/main" id="{9A16AD63-B1A5-33B3-1ECE-D9A889D9B6AC}"/>
                </a:ext>
              </a:extLst>
            </p:cNvPr>
            <p:cNvSpPr/>
            <p:nvPr/>
          </p:nvSpPr>
          <p:spPr>
            <a:xfrm rot="16200000">
              <a:off x="1256091" y="3870820"/>
              <a:ext cx="559618" cy="572342"/>
            </a:xfrm>
            <a:prstGeom prst="flowChartDelay">
              <a:avLst/>
            </a:prstGeom>
            <a:ln>
              <a:solidFill>
                <a:srgbClr val="B61A5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1AC252F-6AF5-811B-D83F-2FD36DD49A52}"/>
                </a:ext>
              </a:extLst>
            </p:cNvPr>
            <p:cNvSpPr/>
            <p:nvPr/>
          </p:nvSpPr>
          <p:spPr>
            <a:xfrm>
              <a:off x="1332402" y="3482906"/>
              <a:ext cx="406993" cy="394277"/>
            </a:xfrm>
            <a:prstGeom prst="ellipse">
              <a:avLst/>
            </a:prstGeom>
            <a:ln>
              <a:solidFill>
                <a:srgbClr val="B61A5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Delay 57">
              <a:extLst>
                <a:ext uri="{FF2B5EF4-FFF2-40B4-BE49-F238E27FC236}">
                  <a16:creationId xmlns:a16="http://schemas.microsoft.com/office/drawing/2014/main" id="{357F9470-4244-340C-13BC-D7B228F8AF18}"/>
                </a:ext>
              </a:extLst>
            </p:cNvPr>
            <p:cNvSpPr/>
            <p:nvPr/>
          </p:nvSpPr>
          <p:spPr>
            <a:xfrm rot="16200000">
              <a:off x="1828433" y="3870820"/>
              <a:ext cx="559618" cy="572342"/>
            </a:xfrm>
            <a:prstGeom prst="flowChartDelay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6658493-BB6D-74C2-7A2E-9659F2341418}"/>
                </a:ext>
              </a:extLst>
            </p:cNvPr>
            <p:cNvSpPr/>
            <p:nvPr/>
          </p:nvSpPr>
          <p:spPr>
            <a:xfrm>
              <a:off x="1904745" y="3482906"/>
              <a:ext cx="406993" cy="394277"/>
            </a:xfrm>
            <a:prstGeom prst="ellipse">
              <a:avLst/>
            </a:prstGeom>
            <a:ln>
              <a:solidFill>
                <a:srgbClr val="156082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148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26</Words>
  <Application>Microsoft Macintosh PowerPoint</Application>
  <PresentationFormat>Custom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Oberman, H.I. (Hanne)</dc:creator>
  <cp:lastModifiedBy>Oberman, H.I. (Hanne)</cp:lastModifiedBy>
  <cp:revision>2</cp:revision>
  <dcterms:created xsi:type="dcterms:W3CDTF">2026-02-18T18:15:52Z</dcterms:created>
  <dcterms:modified xsi:type="dcterms:W3CDTF">2026-02-19T10:24:48Z</dcterms:modified>
</cp:coreProperties>
</file>