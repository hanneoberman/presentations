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1" userDrawn="1">
          <p15:clr>
            <a:srgbClr val="A4A3A4"/>
          </p15:clr>
        </p15:guide>
        <p15:guide id="2" pos="20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CD00"/>
    <a:srgbClr val="FFCB00"/>
    <a:srgbClr val="FCE1BE"/>
    <a:srgbClr val="FADAB3"/>
    <a:srgbClr val="FEE7C9"/>
    <a:srgbClr val="E47823"/>
    <a:srgbClr val="005857"/>
    <a:srgbClr val="027077"/>
    <a:srgbClr val="FFEED6"/>
    <a:srgbClr val="0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828B3-D59B-9AE6-5FC2-D3C507B9C8C5}" v="56" dt="2026-08-27T14:57:20.524"/>
    <p1510:client id="{72A5F60A-1A54-FB43-9F09-9D3E860BA6B3}" v="2" dt="2026-08-27T14:20:51.531"/>
    <p1510:client id="{7CD01900-3529-374B-A157-DCBEF85F0151}" v="2" dt="2026-08-27T15:02:47.194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Stijl, licht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441"/>
        <p:guide pos="2073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erman, H.I. (Hanne)" userId="S::h.i.oberman@uu.nl::e27d1978-6ace-4e0e-9109-4f58c8b6a455" providerId="AD" clId="Web-{6E5828B3-D59B-9AE6-5FC2-D3C507B9C8C5}"/>
    <pc:docChg chg="modSld">
      <pc:chgData name="Oberman, H.I. (Hanne)" userId="S::h.i.oberman@uu.nl::e27d1978-6ace-4e0e-9109-4f58c8b6a455" providerId="AD" clId="Web-{6E5828B3-D59B-9AE6-5FC2-D3C507B9C8C5}" dt="2026-08-27T14:57:20.524" v="55" actId="1076"/>
      <pc:docMkLst>
        <pc:docMk/>
      </pc:docMkLst>
      <pc:sldChg chg="addSp delSp modSp">
        <pc:chgData name="Oberman, H.I. (Hanne)" userId="S::h.i.oberman@uu.nl::e27d1978-6ace-4e0e-9109-4f58c8b6a455" providerId="AD" clId="Web-{6E5828B3-D59B-9AE6-5FC2-D3C507B9C8C5}" dt="2026-08-27T14:57:20.524" v="55" actId="1076"/>
        <pc:sldMkLst>
          <pc:docMk/>
          <pc:sldMk cId="1435791218" sldId="256"/>
        </pc:sldMkLst>
        <pc:spChg chg="del">
          <ac:chgData name="Oberman, H.I. (Hanne)" userId="S::h.i.oberman@uu.nl::e27d1978-6ace-4e0e-9109-4f58c8b6a455" providerId="AD" clId="Web-{6E5828B3-D59B-9AE6-5FC2-D3C507B9C8C5}" dt="2026-08-27T14:55:11.113" v="1"/>
          <ac:spMkLst>
            <pc:docMk/>
            <pc:sldMk cId="1435791218" sldId="256"/>
            <ac:spMk id="2" creationId="{6DDC0CA9-05B8-950D-2EE1-83B45D3D0B88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0"/>
          <ac:spMkLst>
            <pc:docMk/>
            <pc:sldMk cId="1435791218" sldId="256"/>
            <ac:spMk id="4" creationId="{068DCAC6-6B21-E35D-A679-ECEBC8393C9C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2"/>
          <ac:spMkLst>
            <pc:docMk/>
            <pc:sldMk cId="1435791218" sldId="256"/>
            <ac:spMk id="7" creationId="{FF9AA869-CD1A-6D4B-EFA4-398B89FFBFAF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1"/>
          <ac:spMkLst>
            <pc:docMk/>
            <pc:sldMk cId="1435791218" sldId="256"/>
            <ac:spMk id="8" creationId="{138DAD77-BE10-A332-D848-5C4F903D34EC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28" v="38"/>
          <ac:spMkLst>
            <pc:docMk/>
            <pc:sldMk cId="1435791218" sldId="256"/>
            <ac:spMk id="25" creationId="{D6346248-1B8C-95BE-E721-AA5632BE96FD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14"/>
          <ac:spMkLst>
            <pc:docMk/>
            <pc:sldMk cId="1435791218" sldId="256"/>
            <ac:spMk id="35" creationId="{FD4E35EB-9037-E7F0-1DB6-0F517D2AB66A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13"/>
          <ac:spMkLst>
            <pc:docMk/>
            <pc:sldMk cId="1435791218" sldId="256"/>
            <ac:spMk id="36" creationId="{13EA2B78-74D1-90B2-F3C5-DA2D4F39937C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34"/>
          <ac:spMkLst>
            <pc:docMk/>
            <pc:sldMk cId="1435791218" sldId="256"/>
            <ac:spMk id="38" creationId="{9722A7C8-C6E5-3F4D-92B6-754BC81CDDC5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32"/>
          <ac:spMkLst>
            <pc:docMk/>
            <pc:sldMk cId="1435791218" sldId="256"/>
            <ac:spMk id="40" creationId="{1803F8D0-7ED6-C94E-97E9-09A775915736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12"/>
          <ac:spMkLst>
            <pc:docMk/>
            <pc:sldMk cId="1435791218" sldId="256"/>
            <ac:spMk id="44" creationId="{EC2E0A57-ED39-5A3F-E872-6D1C5CCB163F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30"/>
          <ac:spMkLst>
            <pc:docMk/>
            <pc:sldMk cId="1435791218" sldId="256"/>
            <ac:spMk id="45" creationId="{B15C782D-310C-0D46-8239-DB6C828F7FD6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28" v="37"/>
          <ac:spMkLst>
            <pc:docMk/>
            <pc:sldMk cId="1435791218" sldId="256"/>
            <ac:spMk id="48" creationId="{00000000-0000-0000-0000-000000000000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9"/>
          <ac:spMkLst>
            <pc:docMk/>
            <pc:sldMk cId="1435791218" sldId="256"/>
            <ac:spMk id="51" creationId="{2E342441-D5FD-5545-AF7B-F8CD4E455EFA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8"/>
          <ac:spMkLst>
            <pc:docMk/>
            <pc:sldMk cId="1435791218" sldId="256"/>
            <ac:spMk id="54" creationId="{18EE791D-FF38-C243-987D-0BEF91FF79A3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7"/>
          <ac:spMkLst>
            <pc:docMk/>
            <pc:sldMk cId="1435791218" sldId="256"/>
            <ac:spMk id="55" creationId="{A4964323-808B-1345-AC7D-222A69D20FB3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6"/>
          <ac:spMkLst>
            <pc:docMk/>
            <pc:sldMk cId="1435791218" sldId="256"/>
            <ac:spMk id="56" creationId="{105E345D-E29F-9A49-9A3A-4039A1C01D09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5"/>
          <ac:spMkLst>
            <pc:docMk/>
            <pc:sldMk cId="1435791218" sldId="256"/>
            <ac:spMk id="59" creationId="{F49D909F-42F7-0648-AA5E-4B62B4C33843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4"/>
          <ac:spMkLst>
            <pc:docMk/>
            <pc:sldMk cId="1435791218" sldId="256"/>
            <ac:spMk id="60" creationId="{4BE76C16-EB21-5E42-A96A-AB333F3F54BD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11"/>
          <ac:spMkLst>
            <pc:docMk/>
            <pc:sldMk cId="1435791218" sldId="256"/>
            <ac:spMk id="61" creationId="{C9878D46-9E1A-C680-474C-C18ACB79D5E9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10"/>
          <ac:spMkLst>
            <pc:docMk/>
            <pc:sldMk cId="1435791218" sldId="256"/>
            <ac:spMk id="62" creationId="{FE945267-7F26-6790-03A5-3909C6FD18E6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9"/>
          <ac:spMkLst>
            <pc:docMk/>
            <pc:sldMk cId="1435791218" sldId="256"/>
            <ac:spMk id="63" creationId="{FB5ADAA3-ACB2-620C-4DF9-01DFBE849DA4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8"/>
          <ac:spMkLst>
            <pc:docMk/>
            <pc:sldMk cId="1435791218" sldId="256"/>
            <ac:spMk id="64" creationId="{20CF9308-953B-298D-D65A-70F14F09C1A2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6"/>
          <ac:spMkLst>
            <pc:docMk/>
            <pc:sldMk cId="1435791218" sldId="256"/>
            <ac:spMk id="67" creationId="{9EE1A6FA-4BF6-3A1F-F658-B856BF42D71B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5"/>
          <ac:spMkLst>
            <pc:docMk/>
            <pc:sldMk cId="1435791218" sldId="256"/>
            <ac:spMk id="68" creationId="{CC0490C9-F14A-2129-660A-C253B4834EBE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4"/>
          <ac:spMkLst>
            <pc:docMk/>
            <pc:sldMk cId="1435791218" sldId="256"/>
            <ac:spMk id="75" creationId="{5E455247-244D-02A3-5C00-81563696AB54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13" v="2"/>
          <ac:spMkLst>
            <pc:docMk/>
            <pc:sldMk cId="1435791218" sldId="256"/>
            <ac:spMk id="77" creationId="{39213802-1E82-9A7E-8858-EB4F5AE86D4C}"/>
          </ac:spMkLst>
        </pc:spChg>
        <pc:spChg chg="del">
          <ac:chgData name="Oberman, H.I. (Hanne)" userId="S::h.i.oberman@uu.nl::e27d1978-6ace-4e0e-9109-4f58c8b6a455" providerId="AD" clId="Web-{6E5828B3-D59B-9AE6-5FC2-D3C507B9C8C5}" dt="2026-08-27T14:55:11.128" v="35"/>
          <ac:spMkLst>
            <pc:docMk/>
            <pc:sldMk cId="1435791218" sldId="256"/>
            <ac:spMk id="78" creationId="{00000000-0000-0000-0000-000000000000}"/>
          </ac:spMkLst>
        </pc:spChg>
        <pc:graphicFrameChg chg="del">
          <ac:chgData name="Oberman, H.I. (Hanne)" userId="S::h.i.oberman@uu.nl::e27d1978-6ace-4e0e-9109-4f58c8b6a455" providerId="AD" clId="Web-{6E5828B3-D59B-9AE6-5FC2-D3C507B9C8C5}" dt="2026-08-27T14:55:11.113" v="23"/>
          <ac:graphicFrameMkLst>
            <pc:docMk/>
            <pc:sldMk cId="1435791218" sldId="256"/>
            <ac:graphicFrameMk id="3" creationId="{6F975972-2E3C-5C0B-ACF5-34EF6AB089AC}"/>
          </ac:graphicFrameMkLst>
        </pc:graphicFrameChg>
        <pc:picChg chg="add del mod">
          <ac:chgData name="Oberman, H.I. (Hanne)" userId="S::h.i.oberman@uu.nl::e27d1978-6ace-4e0e-9109-4f58c8b6a455" providerId="AD" clId="Web-{6E5828B3-D59B-9AE6-5FC2-D3C507B9C8C5}" dt="2026-08-27T14:55:19.097" v="40"/>
          <ac:picMkLst>
            <pc:docMk/>
            <pc:sldMk cId="1435791218" sldId="256"/>
            <ac:picMk id="5" creationId="{DB72AAD2-A747-514E-3DD9-DC8814ED836C}"/>
          </ac:picMkLst>
        </pc:picChg>
        <pc:picChg chg="add del mod">
          <ac:chgData name="Oberman, H.I. (Hanne)" userId="S::h.i.oberman@uu.nl::e27d1978-6ace-4e0e-9109-4f58c8b6a455" providerId="AD" clId="Web-{6E5828B3-D59B-9AE6-5FC2-D3C507B9C8C5}" dt="2026-08-27T14:56:17.162" v="44"/>
          <ac:picMkLst>
            <pc:docMk/>
            <pc:sldMk cId="1435791218" sldId="256"/>
            <ac:picMk id="6" creationId="{175A0999-1221-808E-6041-EC81E1AE3AF0}"/>
          </ac:picMkLst>
        </pc:picChg>
        <pc:picChg chg="add mod">
          <ac:chgData name="Oberman, H.I. (Hanne)" userId="S::h.i.oberman@uu.nl::e27d1978-6ace-4e0e-9109-4f58c8b6a455" providerId="AD" clId="Web-{6E5828B3-D59B-9AE6-5FC2-D3C507B9C8C5}" dt="2026-08-27T14:57:20.524" v="55" actId="1076"/>
          <ac:picMkLst>
            <pc:docMk/>
            <pc:sldMk cId="1435791218" sldId="256"/>
            <ac:picMk id="9" creationId="{33415428-3E77-C168-1F5D-5FAB0A47DD5F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20"/>
          <ac:picMkLst>
            <pc:docMk/>
            <pc:sldMk cId="1435791218" sldId="256"/>
            <ac:picMk id="10" creationId="{27DFE438-23D4-102C-538A-7BB9057149E6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19"/>
          <ac:picMkLst>
            <pc:docMk/>
            <pc:sldMk cId="1435791218" sldId="256"/>
            <ac:picMk id="12" creationId="{F08F57E2-6D4A-A10B-9F7D-1E493C4B7776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18"/>
          <ac:picMkLst>
            <pc:docMk/>
            <pc:sldMk cId="1435791218" sldId="256"/>
            <ac:picMk id="14" creationId="{785DB755-7D45-9948-ACBD-D3987C987743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17"/>
          <ac:picMkLst>
            <pc:docMk/>
            <pc:sldMk cId="1435791218" sldId="256"/>
            <ac:picMk id="18" creationId="{2EC566DE-5368-CDEA-3B2F-B949D914343B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16"/>
          <ac:picMkLst>
            <pc:docMk/>
            <pc:sldMk cId="1435791218" sldId="256"/>
            <ac:picMk id="30" creationId="{C0CAE85E-94F4-0247-3C6D-E89E48A78135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15"/>
          <ac:picMkLst>
            <pc:docMk/>
            <pc:sldMk cId="1435791218" sldId="256"/>
            <ac:picMk id="32" creationId="{5F66C6C7-C1D3-3273-24C0-2C7CD908AA06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7"/>
          <ac:picMkLst>
            <pc:docMk/>
            <pc:sldMk cId="1435791218" sldId="256"/>
            <ac:picMk id="65" creationId="{4FF38766-9778-A925-200A-D44E6877C335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28" v="36"/>
          <ac:picMkLst>
            <pc:docMk/>
            <pc:sldMk cId="1435791218" sldId="256"/>
            <ac:picMk id="74" creationId="{00000000-0000-0000-0000-000000000000}"/>
          </ac:picMkLst>
        </pc:picChg>
        <pc:picChg chg="del">
          <ac:chgData name="Oberman, H.I. (Hanne)" userId="S::h.i.oberman@uu.nl::e27d1978-6ace-4e0e-9109-4f58c8b6a455" providerId="AD" clId="Web-{6E5828B3-D59B-9AE6-5FC2-D3C507B9C8C5}" dt="2026-08-27T14:55:11.113" v="3"/>
          <ac:picMkLst>
            <pc:docMk/>
            <pc:sldMk cId="1435791218" sldId="256"/>
            <ac:picMk id="76" creationId="{33BD0D68-AF44-F44D-F4CC-D54FAF44C08B}"/>
          </ac:picMkLst>
        </pc:picChg>
        <pc:cxnChg chg="del">
          <ac:chgData name="Oberman, H.I. (Hanne)" userId="S::h.i.oberman@uu.nl::e27d1978-6ace-4e0e-9109-4f58c8b6a455" providerId="AD" clId="Web-{6E5828B3-D59B-9AE6-5FC2-D3C507B9C8C5}" dt="2026-08-27T14:55:11.113" v="33"/>
          <ac:cxnSpMkLst>
            <pc:docMk/>
            <pc:sldMk cId="1435791218" sldId="256"/>
            <ac:cxnSpMk id="39" creationId="{101778CA-EE18-3F4C-959A-801EFE65841A}"/>
          </ac:cxnSpMkLst>
        </pc:cxnChg>
        <pc:cxnChg chg="del">
          <ac:chgData name="Oberman, H.I. (Hanne)" userId="S::h.i.oberman@uu.nl::e27d1978-6ace-4e0e-9109-4f58c8b6a455" providerId="AD" clId="Web-{6E5828B3-D59B-9AE6-5FC2-D3C507B9C8C5}" dt="2026-08-27T14:55:11.113" v="31"/>
          <ac:cxnSpMkLst>
            <pc:docMk/>
            <pc:sldMk cId="1435791218" sldId="256"/>
            <ac:cxnSpMk id="41" creationId="{D905E6AD-FEA8-E048-8813-F3F8148C30C8}"/>
          </ac:cxnSpMkLst>
        </pc:cxnChg>
      </pc:sldChg>
    </pc:docChg>
  </pc:docChgLst>
  <pc:docChgLst>
    <pc:chgData name="Oberman, H.I. (Hanne)" userId="e27d1978-6ace-4e0e-9109-4f58c8b6a455" providerId="ADAL" clId="{3A5FB9CE-2F3F-5B40-87DE-01CF2017EA9C}"/>
    <pc:docChg chg="undo redo custSel delSld modSld">
      <pc:chgData name="Oberman, H.I. (Hanne)" userId="e27d1978-6ace-4e0e-9109-4f58c8b6a455" providerId="ADAL" clId="{3A5FB9CE-2F3F-5B40-87DE-01CF2017EA9C}" dt="2026-08-27T15:03:43.769" v="941" actId="2696"/>
      <pc:docMkLst>
        <pc:docMk/>
      </pc:docMkLst>
      <pc:sldChg chg="addSp modSp mod">
        <pc:chgData name="Oberman, H.I. (Hanne)" userId="e27d1978-6ace-4e0e-9109-4f58c8b6a455" providerId="ADAL" clId="{3A5FB9CE-2F3F-5B40-87DE-01CF2017EA9C}" dt="2026-08-27T14:21:39.425" v="937" actId="20577"/>
        <pc:sldMkLst>
          <pc:docMk/>
          <pc:sldMk cId="1435791218" sldId="256"/>
        </pc:sldMkLst>
        <pc:spChg chg="add mod">
          <ac:chgData name="Oberman, H.I. (Hanne)" userId="e27d1978-6ace-4e0e-9109-4f58c8b6a455" providerId="ADAL" clId="{3A5FB9CE-2F3F-5B40-87DE-01CF2017EA9C}" dt="2026-08-27T14:21:39.425" v="937" actId="20577"/>
          <ac:spMkLst>
            <pc:docMk/>
            <pc:sldMk cId="1435791218" sldId="256"/>
            <ac:spMk id="2" creationId="{6DDC0CA9-05B8-950D-2EE1-83B45D3D0B88}"/>
          </ac:spMkLst>
        </pc:spChg>
        <pc:spChg chg="add mod">
          <ac:chgData name="Oberman, H.I. (Hanne)" userId="e27d1978-6ace-4e0e-9109-4f58c8b6a455" providerId="ADAL" clId="{3A5FB9CE-2F3F-5B40-87DE-01CF2017EA9C}" dt="2026-08-27T14:21:35.629" v="935" actId="20577"/>
          <ac:spMkLst>
            <pc:docMk/>
            <pc:sldMk cId="1435791218" sldId="256"/>
            <ac:spMk id="4" creationId="{068DCAC6-6B21-E35D-A679-ECEBC8393C9C}"/>
          </ac:spMkLst>
        </pc:spChg>
        <pc:spChg chg="mod">
          <ac:chgData name="Oberman, H.I. (Hanne)" userId="e27d1978-6ace-4e0e-9109-4f58c8b6a455" providerId="ADAL" clId="{3A5FB9CE-2F3F-5B40-87DE-01CF2017EA9C}" dt="2026-08-27T14:08:27.075" v="688" actId="20577"/>
          <ac:spMkLst>
            <pc:docMk/>
            <pc:sldMk cId="1435791218" sldId="256"/>
            <ac:spMk id="7" creationId="{FF9AA869-CD1A-6D4B-EFA4-398B89FFBFAF}"/>
          </ac:spMkLst>
        </pc:spChg>
        <pc:spChg chg="mod">
          <ac:chgData name="Oberman, H.I. (Hanne)" userId="e27d1978-6ace-4e0e-9109-4f58c8b6a455" providerId="ADAL" clId="{3A5FB9CE-2F3F-5B40-87DE-01CF2017EA9C}" dt="2026-08-27T14:19:13.983" v="923" actId="1076"/>
          <ac:spMkLst>
            <pc:docMk/>
            <pc:sldMk cId="1435791218" sldId="256"/>
            <ac:spMk id="8" creationId="{138DAD77-BE10-A332-D848-5C4F903D34EC}"/>
          </ac:spMkLst>
        </pc:spChg>
        <pc:spChg chg="mod">
          <ac:chgData name="Oberman, H.I. (Hanne)" userId="e27d1978-6ace-4e0e-9109-4f58c8b6a455" providerId="ADAL" clId="{3A5FB9CE-2F3F-5B40-87DE-01CF2017EA9C}" dt="2026-08-26T14:05:40.516" v="628" actId="1076"/>
          <ac:spMkLst>
            <pc:docMk/>
            <pc:sldMk cId="1435791218" sldId="256"/>
            <ac:spMk id="25" creationId="{D6346248-1B8C-95BE-E721-AA5632BE96FD}"/>
          </ac:spMkLst>
        </pc:spChg>
        <pc:spChg chg="mod">
          <ac:chgData name="Oberman, H.I. (Hanne)" userId="e27d1978-6ace-4e0e-9109-4f58c8b6a455" providerId="ADAL" clId="{3A5FB9CE-2F3F-5B40-87DE-01CF2017EA9C}" dt="2026-08-27T14:10:21.432" v="692" actId="1076"/>
          <ac:spMkLst>
            <pc:docMk/>
            <pc:sldMk cId="1435791218" sldId="256"/>
            <ac:spMk id="35" creationId="{FD4E35EB-9037-E7F0-1DB6-0F517D2AB66A}"/>
          </ac:spMkLst>
        </pc:spChg>
        <pc:spChg chg="mod">
          <ac:chgData name="Oberman, H.I. (Hanne)" userId="e27d1978-6ace-4e0e-9109-4f58c8b6a455" providerId="ADAL" clId="{3A5FB9CE-2F3F-5B40-87DE-01CF2017EA9C}" dt="2026-08-27T14:10:14.960" v="691" actId="1076"/>
          <ac:spMkLst>
            <pc:docMk/>
            <pc:sldMk cId="1435791218" sldId="256"/>
            <ac:spMk id="36" creationId="{13EA2B78-74D1-90B2-F3C5-DA2D4F39937C}"/>
          </ac:spMkLst>
        </pc:spChg>
        <pc:spChg chg="mod">
          <ac:chgData name="Oberman, H.I. (Hanne)" userId="e27d1978-6ace-4e0e-9109-4f58c8b6a455" providerId="ADAL" clId="{3A5FB9CE-2F3F-5B40-87DE-01CF2017EA9C}" dt="2026-08-26T13:54:55.201" v="343" actId="20577"/>
          <ac:spMkLst>
            <pc:docMk/>
            <pc:sldMk cId="1435791218" sldId="256"/>
            <ac:spMk id="40" creationId="{1803F8D0-7ED6-C94E-97E9-09A775915736}"/>
          </ac:spMkLst>
        </pc:spChg>
        <pc:spChg chg="mod">
          <ac:chgData name="Oberman, H.I. (Hanne)" userId="e27d1978-6ace-4e0e-9109-4f58c8b6a455" providerId="ADAL" clId="{3A5FB9CE-2F3F-5B40-87DE-01CF2017EA9C}" dt="2026-08-27T14:17:17.873" v="914" actId="1076"/>
          <ac:spMkLst>
            <pc:docMk/>
            <pc:sldMk cId="1435791218" sldId="256"/>
            <ac:spMk id="44" creationId="{EC2E0A57-ED39-5A3F-E872-6D1C5CCB163F}"/>
          </ac:spMkLst>
        </pc:spChg>
        <pc:spChg chg="mod">
          <ac:chgData name="Oberman, H.I. (Hanne)" userId="e27d1978-6ace-4e0e-9109-4f58c8b6a455" providerId="ADAL" clId="{3A5FB9CE-2F3F-5B40-87DE-01CF2017EA9C}" dt="2026-08-27T14:07:30.006" v="666" actId="20577"/>
          <ac:spMkLst>
            <pc:docMk/>
            <pc:sldMk cId="1435791218" sldId="256"/>
            <ac:spMk id="51" creationId="{2E342441-D5FD-5545-AF7B-F8CD4E455EFA}"/>
          </ac:spMkLst>
        </pc:spChg>
        <pc:spChg chg="mod">
          <ac:chgData name="Oberman, H.I. (Hanne)" userId="e27d1978-6ace-4e0e-9109-4f58c8b6a455" providerId="ADAL" clId="{3A5FB9CE-2F3F-5B40-87DE-01CF2017EA9C}" dt="2026-08-26T14:05:41.147" v="629" actId="1076"/>
          <ac:spMkLst>
            <pc:docMk/>
            <pc:sldMk cId="1435791218" sldId="256"/>
            <ac:spMk id="54" creationId="{18EE791D-FF38-C243-987D-0BEF91FF79A3}"/>
          </ac:spMkLst>
        </pc:spChg>
        <pc:spChg chg="mod">
          <ac:chgData name="Oberman, H.I. (Hanne)" userId="e27d1978-6ace-4e0e-9109-4f58c8b6a455" providerId="ADAL" clId="{3A5FB9CE-2F3F-5B40-87DE-01CF2017EA9C}" dt="2026-08-26T14:04:31.349" v="413" actId="14100"/>
          <ac:spMkLst>
            <pc:docMk/>
            <pc:sldMk cId="1435791218" sldId="256"/>
            <ac:spMk id="56" creationId="{105E345D-E29F-9A49-9A3A-4039A1C01D09}"/>
          </ac:spMkLst>
        </pc:spChg>
        <pc:spChg chg="mod">
          <ac:chgData name="Oberman, H.I. (Hanne)" userId="e27d1978-6ace-4e0e-9109-4f58c8b6a455" providerId="ADAL" clId="{3A5FB9CE-2F3F-5B40-87DE-01CF2017EA9C}" dt="2026-08-27T14:18:33.641" v="919" actId="1076"/>
          <ac:spMkLst>
            <pc:docMk/>
            <pc:sldMk cId="1435791218" sldId="256"/>
            <ac:spMk id="62" creationId="{FE945267-7F26-6790-03A5-3909C6FD18E6}"/>
          </ac:spMkLst>
        </pc:spChg>
        <pc:spChg chg="mod">
          <ac:chgData name="Oberman, H.I. (Hanne)" userId="e27d1978-6ace-4e0e-9109-4f58c8b6a455" providerId="ADAL" clId="{3A5FB9CE-2F3F-5B40-87DE-01CF2017EA9C}" dt="2026-08-27T14:10:26.822" v="693" actId="1037"/>
          <ac:spMkLst>
            <pc:docMk/>
            <pc:sldMk cId="1435791218" sldId="256"/>
            <ac:spMk id="63" creationId="{FB5ADAA3-ACB2-620C-4DF9-01DFBE849DA4}"/>
          </ac:spMkLst>
        </pc:spChg>
        <pc:spChg chg="mod">
          <ac:chgData name="Oberman, H.I. (Hanne)" userId="e27d1978-6ace-4e0e-9109-4f58c8b6a455" providerId="ADAL" clId="{3A5FB9CE-2F3F-5B40-87DE-01CF2017EA9C}" dt="2026-08-27T14:18:43.354" v="920" actId="1076"/>
          <ac:spMkLst>
            <pc:docMk/>
            <pc:sldMk cId="1435791218" sldId="256"/>
            <ac:spMk id="64" creationId="{20CF9308-953B-298D-D65A-70F14F09C1A2}"/>
          </ac:spMkLst>
        </pc:spChg>
        <pc:spChg chg="mod">
          <ac:chgData name="Oberman, H.I. (Hanne)" userId="e27d1978-6ace-4e0e-9109-4f58c8b6a455" providerId="ADAL" clId="{3A5FB9CE-2F3F-5B40-87DE-01CF2017EA9C}" dt="2026-08-27T14:16:45.385" v="906" actId="1076"/>
          <ac:spMkLst>
            <pc:docMk/>
            <pc:sldMk cId="1435791218" sldId="256"/>
            <ac:spMk id="68" creationId="{CC0490C9-F14A-2129-660A-C253B4834EBE}"/>
          </ac:spMkLst>
        </pc:spChg>
        <pc:spChg chg="mod">
          <ac:chgData name="Oberman, H.I. (Hanne)" userId="e27d1978-6ace-4e0e-9109-4f58c8b6a455" providerId="ADAL" clId="{3A5FB9CE-2F3F-5B40-87DE-01CF2017EA9C}" dt="2026-08-27T14:16:16.465" v="905" actId="1076"/>
          <ac:spMkLst>
            <pc:docMk/>
            <pc:sldMk cId="1435791218" sldId="256"/>
            <ac:spMk id="75" creationId="{5E455247-244D-02A3-5C00-81563696AB54}"/>
          </ac:spMkLst>
        </pc:spChg>
        <pc:spChg chg="add mod">
          <ac:chgData name="Oberman, H.I. (Hanne)" userId="e27d1978-6ace-4e0e-9109-4f58c8b6a455" providerId="ADAL" clId="{3A5FB9CE-2F3F-5B40-87DE-01CF2017EA9C}" dt="2026-08-26T14:06:16.525" v="632" actId="1076"/>
          <ac:spMkLst>
            <pc:docMk/>
            <pc:sldMk cId="1435791218" sldId="256"/>
            <ac:spMk id="77" creationId="{39213802-1E82-9A7E-8858-EB4F5AE86D4C}"/>
          </ac:spMkLst>
        </pc:spChg>
        <pc:picChg chg="mod">
          <ac:chgData name="Oberman, H.I. (Hanne)" userId="e27d1978-6ace-4e0e-9109-4f58c8b6a455" providerId="ADAL" clId="{3A5FB9CE-2F3F-5B40-87DE-01CF2017EA9C}" dt="2026-08-27T14:19:36.867" v="924" actId="1076"/>
          <ac:picMkLst>
            <pc:docMk/>
            <pc:sldMk cId="1435791218" sldId="256"/>
            <ac:picMk id="12" creationId="{F08F57E2-6D4A-A10B-9F7D-1E493C4B7776}"/>
          </ac:picMkLst>
        </pc:picChg>
        <pc:picChg chg="mod">
          <ac:chgData name="Oberman, H.I. (Hanne)" userId="e27d1978-6ace-4e0e-9109-4f58c8b6a455" providerId="ADAL" clId="{3A5FB9CE-2F3F-5B40-87DE-01CF2017EA9C}" dt="2026-08-27T14:18:24.950" v="918" actId="1076"/>
          <ac:picMkLst>
            <pc:docMk/>
            <pc:sldMk cId="1435791218" sldId="256"/>
            <ac:picMk id="14" creationId="{785DB755-7D45-9948-ACBD-D3987C987743}"/>
          </ac:picMkLst>
        </pc:picChg>
        <pc:picChg chg="mod">
          <ac:chgData name="Oberman, H.I. (Hanne)" userId="e27d1978-6ace-4e0e-9109-4f58c8b6a455" providerId="ADAL" clId="{3A5FB9CE-2F3F-5B40-87DE-01CF2017EA9C}" dt="2026-08-27T14:17:32.674" v="915" actId="1076"/>
          <ac:picMkLst>
            <pc:docMk/>
            <pc:sldMk cId="1435791218" sldId="256"/>
            <ac:picMk id="18" creationId="{2EC566DE-5368-CDEA-3B2F-B949D914343B}"/>
          </ac:picMkLst>
        </pc:picChg>
        <pc:picChg chg="mod">
          <ac:chgData name="Oberman, H.I. (Hanne)" userId="e27d1978-6ace-4e0e-9109-4f58c8b6a455" providerId="ADAL" clId="{3A5FB9CE-2F3F-5B40-87DE-01CF2017EA9C}" dt="2026-08-27T14:16:56.585" v="909" actId="1035"/>
          <ac:picMkLst>
            <pc:docMk/>
            <pc:sldMk cId="1435791218" sldId="256"/>
            <ac:picMk id="30" creationId="{C0CAE85E-94F4-0247-3C6D-E89E48A78135}"/>
          </ac:picMkLst>
        </pc:picChg>
        <pc:picChg chg="add mod">
          <ac:chgData name="Oberman, H.I. (Hanne)" userId="e27d1978-6ace-4e0e-9109-4f58c8b6a455" providerId="ADAL" clId="{3A5FB9CE-2F3F-5B40-87DE-01CF2017EA9C}" dt="2026-08-26T14:05:57.609" v="630" actId="1076"/>
          <ac:picMkLst>
            <pc:docMk/>
            <pc:sldMk cId="1435791218" sldId="256"/>
            <ac:picMk id="76" creationId="{33BD0D68-AF44-F44D-F4CC-D54FAF44C08B}"/>
          </ac:picMkLst>
        </pc:picChg>
      </pc:sldChg>
      <pc:sldChg chg="addSp delSp modSp del mod">
        <pc:chgData name="Oberman, H.I. (Hanne)" userId="e27d1978-6ace-4e0e-9109-4f58c8b6a455" providerId="ADAL" clId="{3A5FB9CE-2F3F-5B40-87DE-01CF2017EA9C}" dt="2026-08-27T15:03:43.769" v="941" actId="2696"/>
        <pc:sldMkLst>
          <pc:docMk/>
          <pc:sldMk cId="993149199" sldId="257"/>
        </pc:sldMkLst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11" creationId="{0D695E6B-AFDB-0C47-54A4-6881DB86DC5B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16" creationId="{3059C5CB-3A8A-DC7A-80AF-7297B412E2BC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17" creationId="{B3D42723-280D-9389-C2CF-071216F4982A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21" creationId="{2CA55A6B-1B98-7E19-CDB4-1CBB6E0A44B3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22" creationId="{4F40E10E-C760-3C7B-FD39-4303B4C22452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25" creationId="{375DA426-96D0-35B9-AA15-87B36E3238C8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33" creationId="{BE908F3F-567F-A15A-2154-E113F8AC3D03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35" creationId="{CFBD7DF2-207B-B9EC-B24A-FEF6BCBF2775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38" creationId="{4DA3A452-7261-75DC-76DD-255DF8246E14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44" creationId="{E74A4ADB-AE67-6F49-E081-A8C549636995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45" creationId="{52AC4BFF-447B-B20B-3D1E-BBF42E240AB5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47" creationId="{41686B73-FDC7-5A65-59C2-D7A2AEBF2B00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48" creationId="{71A30C24-1D51-77B5-4B9B-CFD2457C2232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54" creationId="{D7EF16D6-C46F-E97F-D8AE-1E021FEA128C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55" creationId="{487F8FDC-43BE-D101-7417-CEE026D3274B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56" creationId="{E1BE7BB8-3799-B0C3-B31B-7CBC6D22E732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58" creationId="{0B765254-D6C4-239D-4108-48AE3157F5E5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60" creationId="{013D4A0F-3895-D4A2-E7A0-D6797EAF22F2}"/>
          </ac:spMkLst>
        </pc:spChg>
        <pc:spChg chg="add mod">
          <ac:chgData name="Oberman, H.I. (Hanne)" userId="e27d1978-6ace-4e0e-9109-4f58c8b6a455" providerId="ADAL" clId="{3A5FB9CE-2F3F-5B40-87DE-01CF2017EA9C}" dt="2026-08-27T15:02:47.194" v="939"/>
          <ac:spMkLst>
            <pc:docMk/>
            <pc:sldMk cId="993149199" sldId="257"/>
            <ac:spMk id="63" creationId="{CF49F40B-796D-FA91-947F-9D29C239B97A}"/>
          </ac:spMkLst>
        </pc:spChg>
        <pc:spChg chg="add del">
          <ac:chgData name="Oberman, H.I. (Hanne)" userId="e27d1978-6ace-4e0e-9109-4f58c8b6a455" providerId="ADAL" clId="{3A5FB9CE-2F3F-5B40-87DE-01CF2017EA9C}" dt="2026-08-27T15:03:39.301" v="940" actId="478"/>
          <ac:spMkLst>
            <pc:docMk/>
            <pc:sldMk cId="993149199" sldId="257"/>
            <ac:spMk id="78" creationId="{B76F940A-5445-A09D-9A18-BA9BA3F86B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829B4-9606-2A42-8BE7-C95716C4B49D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81A27-1440-C343-B73A-EDC558E67D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195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81A27-1440-C343-B73A-EDC558E67D2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60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>
          <a:xfrm>
            <a:off x="1645922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C28BEF97-4A46-C940-8C59-2C42CB4C4E51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>
          <a:xfrm>
            <a:off x="11247124" y="20340324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23591521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83473042-6688-F148-AA6B-B0D68935845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DC6BDAC-A25B-AD43-ABA0-429F1CC5F10D}"/>
              </a:ext>
            </a:extLst>
          </p:cNvPr>
          <p:cNvSpPr/>
          <p:nvPr userDrawn="1"/>
        </p:nvSpPr>
        <p:spPr>
          <a:xfrm>
            <a:off x="0" y="21012821"/>
            <a:ext cx="32910201" cy="932779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7"/>
          </a:p>
        </p:txBody>
      </p:sp>
      <p:pic>
        <p:nvPicPr>
          <p:cNvPr id="5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91C312BF-6FB3-A291-F5EE-1FAFC9B62F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4" y="834"/>
            <a:ext cx="7918958" cy="31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2468268" rtl="0" eaLnBrk="1" latinLnBrk="0" hangingPunct="1">
        <a:spcBef>
          <a:spcPct val="0"/>
        </a:spcBef>
        <a:buNone/>
        <a:defRPr sz="5668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186458" indent="-728819" algn="l" defTabSz="2468268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6787738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6pPr>
      <a:lvl7pPr marL="8021872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7pPr>
      <a:lvl8pPr marL="9256005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8pPr>
      <a:lvl9pPr marL="10490140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1pPr>
      <a:lvl2pPr marL="123413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2pPr>
      <a:lvl3pPr marL="2468268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3pPr>
      <a:lvl4pPr marL="3702402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4pPr>
      <a:lvl5pPr marL="4936537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5pPr>
      <a:lvl6pPr marL="6170671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6pPr>
      <a:lvl7pPr marL="740480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7pPr>
      <a:lvl8pPr marL="8638939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8pPr>
      <a:lvl9pPr marL="9873073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415428-3E77-C168-1F5D-5FAB0A47D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4" y="1"/>
            <a:ext cx="32103813" cy="2194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912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a_UU">
  <a:themeElements>
    <a:clrScheme name="UU_Kleurenpalet voor MS Office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Lettertype UU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hema_UU" id="{69539A96-05D9-9F44-937C-76FDE5EEAA32}" vid="{C9683E3C-EB62-FC4E-89BA-4F8478459AA6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Thema_UU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Thema_UU</vt:lpstr>
      <vt:lpstr>PowerPoint Presentation</vt:lpstr>
    </vt:vector>
  </TitlesOfParts>
  <Company>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Frouke</dc:creator>
  <cp:revision>1</cp:revision>
  <cp:lastPrinted>2015-10-14T14:40:41Z</cp:lastPrinted>
  <dcterms:created xsi:type="dcterms:W3CDTF">2013-01-24T08:51:25Z</dcterms:created>
  <dcterms:modified xsi:type="dcterms:W3CDTF">2026-08-27T15:03:45Z</dcterms:modified>
</cp:coreProperties>
</file>