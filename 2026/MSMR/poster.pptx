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1" userDrawn="1">
          <p15:clr>
            <a:srgbClr val="A4A3A4"/>
          </p15:clr>
        </p15:guide>
        <p15:guide id="2" pos="20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CD00"/>
    <a:srgbClr val="FFCB00"/>
    <a:srgbClr val="FCE1BE"/>
    <a:srgbClr val="FADAB3"/>
    <a:srgbClr val="FEE7C9"/>
    <a:srgbClr val="E47823"/>
    <a:srgbClr val="005857"/>
    <a:srgbClr val="027077"/>
    <a:srgbClr val="FFEED6"/>
    <a:srgbClr val="0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A5F60A-1A54-FB43-9F09-9D3E860BA6B3}" v="59" dt="2026-08-27T15:37:36.900"/>
    <p1510:client id="{8122A02E-EF83-F864-2ECD-688A220ED3DD}" v="5" dt="2026-08-27T15:30:17.903"/>
  </p1510:revLst>
</p1510:revInfo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Stijl, licht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Stijl, gemiddeld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8FB837D-C827-4EFA-A057-4D05807E0F7C}" styleName="Stijl, thema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Stijl, thema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Stijl, thema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441"/>
        <p:guide pos="20735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berman, H.I. (Hanne)" userId="S::h.i.oberman@uu.nl::e27d1978-6ace-4e0e-9109-4f58c8b6a455" providerId="AD" clId="Web-{8122A02E-EF83-F864-2ECD-688A220ED3DD}"/>
    <pc:docChg chg="modSld">
      <pc:chgData name="Oberman, H.I. (Hanne)" userId="S::h.i.oberman@uu.nl::e27d1978-6ace-4e0e-9109-4f58c8b6a455" providerId="AD" clId="Web-{8122A02E-EF83-F864-2ECD-688A220ED3DD}" dt="2026-08-27T15:30:17.903" v="4"/>
      <pc:docMkLst>
        <pc:docMk/>
      </pc:docMkLst>
      <pc:sldChg chg="addSp delSp modSp">
        <pc:chgData name="Oberman, H.I. (Hanne)" userId="S::h.i.oberman@uu.nl::e27d1978-6ace-4e0e-9109-4f58c8b6a455" providerId="AD" clId="Web-{8122A02E-EF83-F864-2ECD-688A220ED3DD}" dt="2026-08-27T15:30:17.903" v="4"/>
        <pc:sldMkLst>
          <pc:docMk/>
          <pc:sldMk cId="1435791218" sldId="256"/>
        </pc:sldMkLst>
        <pc:picChg chg="add del mod">
          <ac:chgData name="Oberman, H.I. (Hanne)" userId="S::h.i.oberman@uu.nl::e27d1978-6ace-4e0e-9109-4f58c8b6a455" providerId="AD" clId="Web-{8122A02E-EF83-F864-2ECD-688A220ED3DD}" dt="2026-08-27T15:30:17.903" v="4"/>
          <ac:picMkLst>
            <pc:docMk/>
            <pc:sldMk cId="1435791218" sldId="256"/>
            <ac:picMk id="5" creationId="{B70EE516-0720-BF89-2F1A-558D8250C7EA}"/>
          </ac:picMkLst>
        </pc:picChg>
      </pc:sldChg>
    </pc:docChg>
  </pc:docChgLst>
  <pc:docChgLst>
    <pc:chgData name="Oberman, H.I. (Hanne)" userId="e27d1978-6ace-4e0e-9109-4f58c8b6a455" providerId="ADAL" clId="{3A5FB9CE-2F3F-5B40-87DE-01CF2017EA9C}"/>
    <pc:docChg chg="undo redo custSel delSld modSld">
      <pc:chgData name="Oberman, H.I. (Hanne)" userId="e27d1978-6ace-4e0e-9109-4f58c8b6a455" providerId="ADAL" clId="{3A5FB9CE-2F3F-5B40-87DE-01CF2017EA9C}" dt="2026-08-27T15:37:36.900" v="994" actId="2696"/>
      <pc:docMkLst>
        <pc:docMk/>
      </pc:docMkLst>
      <pc:sldChg chg="addSp delSp modSp mod">
        <pc:chgData name="Oberman, H.I. (Hanne)" userId="e27d1978-6ace-4e0e-9109-4f58c8b6a455" providerId="ADAL" clId="{3A5FB9CE-2F3F-5B40-87DE-01CF2017EA9C}" dt="2026-08-27T15:37:26.202" v="993"/>
        <pc:sldMkLst>
          <pc:docMk/>
          <pc:sldMk cId="1435791218" sldId="256"/>
        </pc:sldMkLst>
        <pc:spChg chg="add mod">
          <ac:chgData name="Oberman, H.I. (Hanne)" userId="e27d1978-6ace-4e0e-9109-4f58c8b6a455" providerId="ADAL" clId="{3A5FB9CE-2F3F-5B40-87DE-01CF2017EA9C}" dt="2026-08-27T14:21:39.425" v="937" actId="20577"/>
          <ac:spMkLst>
            <pc:docMk/>
            <pc:sldMk cId="1435791218" sldId="256"/>
            <ac:spMk id="2" creationId="{6DDC0CA9-05B8-950D-2EE1-83B45D3D0B88}"/>
          </ac:spMkLst>
        </pc:spChg>
        <pc:spChg chg="add mod">
          <ac:chgData name="Oberman, H.I. (Hanne)" userId="e27d1978-6ace-4e0e-9109-4f58c8b6a455" providerId="ADAL" clId="{3A5FB9CE-2F3F-5B40-87DE-01CF2017EA9C}" dt="2026-08-27T15:33:04.233" v="951" actId="1076"/>
          <ac:spMkLst>
            <pc:docMk/>
            <pc:sldMk cId="1435791218" sldId="256"/>
            <ac:spMk id="4" creationId="{068DCAC6-6B21-E35D-A679-ECEBC8393C9C}"/>
          </ac:spMkLst>
        </pc:spChg>
        <pc:spChg chg="add del mod">
          <ac:chgData name="Oberman, H.I. (Hanne)" userId="e27d1978-6ace-4e0e-9109-4f58c8b6a455" providerId="ADAL" clId="{3A5FB9CE-2F3F-5B40-87DE-01CF2017EA9C}" dt="2026-08-27T15:31:44.344" v="948" actId="478"/>
          <ac:spMkLst>
            <pc:docMk/>
            <pc:sldMk cId="1435791218" sldId="256"/>
            <ac:spMk id="5" creationId="{69D39DB3-8D30-5A81-D910-046E31B06299}"/>
          </ac:spMkLst>
        </pc:spChg>
        <pc:spChg chg="add mod">
          <ac:chgData name="Oberman, H.I. (Hanne)" userId="e27d1978-6ace-4e0e-9109-4f58c8b6a455" providerId="ADAL" clId="{3A5FB9CE-2F3F-5B40-87DE-01CF2017EA9C}" dt="2026-08-27T15:32:24.734" v="950"/>
          <ac:spMkLst>
            <pc:docMk/>
            <pc:sldMk cId="1435791218" sldId="256"/>
            <ac:spMk id="5" creationId="{A977378D-E691-800F-3EA0-1D661F415229}"/>
          </ac:spMkLst>
        </pc:spChg>
        <pc:spChg chg="add mod">
          <ac:chgData name="Oberman, H.I. (Hanne)" userId="e27d1978-6ace-4e0e-9109-4f58c8b6a455" providerId="ADAL" clId="{3A5FB9CE-2F3F-5B40-87DE-01CF2017EA9C}" dt="2026-08-27T15:31:45.665" v="949"/>
          <ac:spMkLst>
            <pc:docMk/>
            <pc:sldMk cId="1435791218" sldId="256"/>
            <ac:spMk id="6" creationId="{0DB60913-84C8-2D3F-8A08-FE1E4AC8C21B}"/>
          </ac:spMkLst>
        </pc:spChg>
        <pc:spChg chg="mod">
          <ac:chgData name="Oberman, H.I. (Hanne)" userId="e27d1978-6ace-4e0e-9109-4f58c8b6a455" providerId="ADAL" clId="{3A5FB9CE-2F3F-5B40-87DE-01CF2017EA9C}" dt="2026-08-27T14:08:27.075" v="688" actId="20577"/>
          <ac:spMkLst>
            <pc:docMk/>
            <pc:sldMk cId="1435791218" sldId="256"/>
            <ac:spMk id="7" creationId="{FF9AA869-CD1A-6D4B-EFA4-398B89FFBFAF}"/>
          </ac:spMkLst>
        </pc:spChg>
        <pc:spChg chg="mod">
          <ac:chgData name="Oberman, H.I. (Hanne)" userId="e27d1978-6ace-4e0e-9109-4f58c8b6a455" providerId="ADAL" clId="{3A5FB9CE-2F3F-5B40-87DE-01CF2017EA9C}" dt="2026-08-27T15:33:43.125" v="967" actId="167"/>
          <ac:spMkLst>
            <pc:docMk/>
            <pc:sldMk cId="1435791218" sldId="256"/>
            <ac:spMk id="8" creationId="{138DAD77-BE10-A332-D848-5C4F903D34EC}"/>
          </ac:spMkLst>
        </pc:spChg>
        <pc:spChg chg="add mod">
          <ac:chgData name="Oberman, H.I. (Hanne)" userId="e27d1978-6ace-4e0e-9109-4f58c8b6a455" providerId="ADAL" clId="{3A5FB9CE-2F3F-5B40-87DE-01CF2017EA9C}" dt="2026-08-27T15:31:45.665" v="949"/>
          <ac:spMkLst>
            <pc:docMk/>
            <pc:sldMk cId="1435791218" sldId="256"/>
            <ac:spMk id="9" creationId="{018976A6-A49E-6EA4-8203-4BA41576CF10}"/>
          </ac:spMkLst>
        </pc:spChg>
        <pc:spChg chg="add mod">
          <ac:chgData name="Oberman, H.I. (Hanne)" userId="e27d1978-6ace-4e0e-9109-4f58c8b6a455" providerId="ADAL" clId="{3A5FB9CE-2F3F-5B40-87DE-01CF2017EA9C}" dt="2026-08-27T15:31:45.665" v="949"/>
          <ac:spMkLst>
            <pc:docMk/>
            <pc:sldMk cId="1435791218" sldId="256"/>
            <ac:spMk id="13" creationId="{DDE691CA-F16F-4C35-214C-EC01C1307F81}"/>
          </ac:spMkLst>
        </pc:spChg>
        <pc:spChg chg="add mod">
          <ac:chgData name="Oberman, H.I. (Hanne)" userId="e27d1978-6ace-4e0e-9109-4f58c8b6a455" providerId="ADAL" clId="{3A5FB9CE-2F3F-5B40-87DE-01CF2017EA9C}" dt="2026-08-27T15:35:23.051" v="981"/>
          <ac:spMkLst>
            <pc:docMk/>
            <pc:sldMk cId="1435791218" sldId="256"/>
            <ac:spMk id="20" creationId="{1091ED39-AD88-A15F-A2FC-76682D22BF2F}"/>
          </ac:spMkLst>
        </pc:spChg>
        <pc:spChg chg="add mod">
          <ac:chgData name="Oberman, H.I. (Hanne)" userId="e27d1978-6ace-4e0e-9109-4f58c8b6a455" providerId="ADAL" clId="{3A5FB9CE-2F3F-5B40-87DE-01CF2017EA9C}" dt="2026-08-27T15:35:23.051" v="981"/>
          <ac:spMkLst>
            <pc:docMk/>
            <pc:sldMk cId="1435791218" sldId="256"/>
            <ac:spMk id="21" creationId="{A7DB1A35-24D1-51A1-4834-9E1BCD97D70B}"/>
          </ac:spMkLst>
        </pc:spChg>
        <pc:spChg chg="add mod">
          <ac:chgData name="Oberman, H.I. (Hanne)" userId="e27d1978-6ace-4e0e-9109-4f58c8b6a455" providerId="ADAL" clId="{3A5FB9CE-2F3F-5B40-87DE-01CF2017EA9C}" dt="2026-08-27T15:35:23.051" v="981"/>
          <ac:spMkLst>
            <pc:docMk/>
            <pc:sldMk cId="1435791218" sldId="256"/>
            <ac:spMk id="22" creationId="{8A39B186-DF9A-E862-9F6F-8946E62B858F}"/>
          </ac:spMkLst>
        </pc:spChg>
        <pc:spChg chg="add mod">
          <ac:chgData name="Oberman, H.I. (Hanne)" userId="e27d1978-6ace-4e0e-9109-4f58c8b6a455" providerId="ADAL" clId="{3A5FB9CE-2F3F-5B40-87DE-01CF2017EA9C}" dt="2026-08-27T15:32:24.734" v="950"/>
          <ac:spMkLst>
            <pc:docMk/>
            <pc:sldMk cId="1435791218" sldId="256"/>
            <ac:spMk id="22" creationId="{F19E970B-54DA-7957-662B-B3CB7C909936}"/>
          </ac:spMkLst>
        </pc:spChg>
        <pc:spChg chg="add mod">
          <ac:chgData name="Oberman, H.I. (Hanne)" userId="e27d1978-6ace-4e0e-9109-4f58c8b6a455" providerId="ADAL" clId="{3A5FB9CE-2F3F-5B40-87DE-01CF2017EA9C}" dt="2026-08-27T15:35:23.051" v="981"/>
          <ac:spMkLst>
            <pc:docMk/>
            <pc:sldMk cId="1435791218" sldId="256"/>
            <ac:spMk id="23" creationId="{73C34475-B6A4-0288-43CC-14947EA826EC}"/>
          </ac:spMkLst>
        </pc:spChg>
        <pc:spChg chg="add mod">
          <ac:chgData name="Oberman, H.I. (Hanne)" userId="e27d1978-6ace-4e0e-9109-4f58c8b6a455" providerId="ADAL" clId="{3A5FB9CE-2F3F-5B40-87DE-01CF2017EA9C}" dt="2026-08-27T15:32:24.734" v="950"/>
          <ac:spMkLst>
            <pc:docMk/>
            <pc:sldMk cId="1435791218" sldId="256"/>
            <ac:spMk id="23" creationId="{F79034FF-0984-BE9A-499B-986778E8C671}"/>
          </ac:spMkLst>
        </pc:spChg>
        <pc:spChg chg="add mod">
          <ac:chgData name="Oberman, H.I. (Hanne)" userId="e27d1978-6ace-4e0e-9109-4f58c8b6a455" providerId="ADAL" clId="{3A5FB9CE-2F3F-5B40-87DE-01CF2017EA9C}" dt="2026-08-27T15:35:23.051" v="981"/>
          <ac:spMkLst>
            <pc:docMk/>
            <pc:sldMk cId="1435791218" sldId="256"/>
            <ac:spMk id="24" creationId="{A7E69826-F7E1-AD22-DBA7-C19BEFDB6F8A}"/>
          </ac:spMkLst>
        </pc:spChg>
        <pc:spChg chg="add mod">
          <ac:chgData name="Oberman, H.I. (Hanne)" userId="e27d1978-6ace-4e0e-9109-4f58c8b6a455" providerId="ADAL" clId="{3A5FB9CE-2F3F-5B40-87DE-01CF2017EA9C}" dt="2026-08-27T15:32:24.734" v="950"/>
          <ac:spMkLst>
            <pc:docMk/>
            <pc:sldMk cId="1435791218" sldId="256"/>
            <ac:spMk id="24" creationId="{DF128674-7AB1-CB37-52CB-80206E6DBD52}"/>
          </ac:spMkLst>
        </pc:spChg>
        <pc:spChg chg="mod">
          <ac:chgData name="Oberman, H.I. (Hanne)" userId="e27d1978-6ace-4e0e-9109-4f58c8b6a455" providerId="ADAL" clId="{3A5FB9CE-2F3F-5B40-87DE-01CF2017EA9C}" dt="2026-08-26T14:05:40.516" v="628" actId="1076"/>
          <ac:spMkLst>
            <pc:docMk/>
            <pc:sldMk cId="1435791218" sldId="256"/>
            <ac:spMk id="25" creationId="{D6346248-1B8C-95BE-E721-AA5632BE96FD}"/>
          </ac:spMkLst>
        </pc:spChg>
        <pc:spChg chg="add mod">
          <ac:chgData name="Oberman, H.I. (Hanne)" userId="e27d1978-6ace-4e0e-9109-4f58c8b6a455" providerId="ADAL" clId="{3A5FB9CE-2F3F-5B40-87DE-01CF2017EA9C}" dt="2026-08-27T15:36:46.313" v="992" actId="1035"/>
          <ac:spMkLst>
            <pc:docMk/>
            <pc:sldMk cId="1435791218" sldId="256"/>
            <ac:spMk id="26" creationId="{A3CC256A-DC0D-8E09-730B-F9201A3BB4A8}"/>
          </ac:spMkLst>
        </pc:spChg>
        <pc:spChg chg="add mod">
          <ac:chgData name="Oberman, H.I. (Hanne)" userId="e27d1978-6ace-4e0e-9109-4f58c8b6a455" providerId="ADAL" clId="{3A5FB9CE-2F3F-5B40-87DE-01CF2017EA9C}" dt="2026-08-27T15:32:24.734" v="950"/>
          <ac:spMkLst>
            <pc:docMk/>
            <pc:sldMk cId="1435791218" sldId="256"/>
            <ac:spMk id="26" creationId="{C26B4378-DC3F-796D-8152-AADB9887B46D}"/>
          </ac:spMkLst>
        </pc:spChg>
        <pc:spChg chg="add mod">
          <ac:chgData name="Oberman, H.I. (Hanne)" userId="e27d1978-6ace-4e0e-9109-4f58c8b6a455" providerId="ADAL" clId="{3A5FB9CE-2F3F-5B40-87DE-01CF2017EA9C}" dt="2026-08-27T15:36:43.654" v="991" actId="1035"/>
          <ac:spMkLst>
            <pc:docMk/>
            <pc:sldMk cId="1435791218" sldId="256"/>
            <ac:spMk id="27" creationId="{12E92B96-EDE8-06D4-B5B6-B004AD2BBA03}"/>
          </ac:spMkLst>
        </pc:spChg>
        <pc:spChg chg="add mod">
          <ac:chgData name="Oberman, H.I. (Hanne)" userId="e27d1978-6ace-4e0e-9109-4f58c8b6a455" providerId="ADAL" clId="{3A5FB9CE-2F3F-5B40-87DE-01CF2017EA9C}" dt="2026-08-27T15:32:24.734" v="950"/>
          <ac:spMkLst>
            <pc:docMk/>
            <pc:sldMk cId="1435791218" sldId="256"/>
            <ac:spMk id="27" creationId="{EC77A02A-A53D-965F-AE3F-97D82DF891D3}"/>
          </ac:spMkLst>
        </pc:spChg>
        <pc:spChg chg="add mod">
          <ac:chgData name="Oberman, H.I. (Hanne)" userId="e27d1978-6ace-4e0e-9109-4f58c8b6a455" providerId="ADAL" clId="{3A5FB9CE-2F3F-5B40-87DE-01CF2017EA9C}" dt="2026-08-27T15:32:24.734" v="950"/>
          <ac:spMkLst>
            <pc:docMk/>
            <pc:sldMk cId="1435791218" sldId="256"/>
            <ac:spMk id="28" creationId="{AC49BE95-E45E-3EC7-3E8A-57B425A309B6}"/>
          </ac:spMkLst>
        </pc:spChg>
        <pc:spChg chg="add mod">
          <ac:chgData name="Oberman, H.I. (Hanne)" userId="e27d1978-6ace-4e0e-9109-4f58c8b6a455" providerId="ADAL" clId="{3A5FB9CE-2F3F-5B40-87DE-01CF2017EA9C}" dt="2026-08-27T15:32:24.734" v="950"/>
          <ac:spMkLst>
            <pc:docMk/>
            <pc:sldMk cId="1435791218" sldId="256"/>
            <ac:spMk id="29" creationId="{23F92165-31F1-CA40-A564-F4EEDEF89D77}"/>
          </ac:spMkLst>
        </pc:spChg>
        <pc:spChg chg="add mod">
          <ac:chgData name="Oberman, H.I. (Hanne)" userId="e27d1978-6ace-4e0e-9109-4f58c8b6a455" providerId="ADAL" clId="{3A5FB9CE-2F3F-5B40-87DE-01CF2017EA9C}" dt="2026-08-27T15:32:24.734" v="950"/>
          <ac:spMkLst>
            <pc:docMk/>
            <pc:sldMk cId="1435791218" sldId="256"/>
            <ac:spMk id="33" creationId="{D42B3DF1-87D0-265D-6906-BF226A633430}"/>
          </ac:spMkLst>
        </pc:spChg>
        <pc:spChg chg="add mod">
          <ac:chgData name="Oberman, H.I. (Hanne)" userId="e27d1978-6ace-4e0e-9109-4f58c8b6a455" providerId="ADAL" clId="{3A5FB9CE-2F3F-5B40-87DE-01CF2017EA9C}" dt="2026-08-27T15:32:24.734" v="950"/>
          <ac:spMkLst>
            <pc:docMk/>
            <pc:sldMk cId="1435791218" sldId="256"/>
            <ac:spMk id="34" creationId="{52828345-7EA2-64D3-2076-1D03D4596060}"/>
          </ac:spMkLst>
        </pc:spChg>
        <pc:spChg chg="del mod">
          <ac:chgData name="Oberman, H.I. (Hanne)" userId="e27d1978-6ace-4e0e-9109-4f58c8b6a455" providerId="ADAL" clId="{3A5FB9CE-2F3F-5B40-87DE-01CF2017EA9C}" dt="2026-08-27T15:34:58.567" v="974" actId="478"/>
          <ac:spMkLst>
            <pc:docMk/>
            <pc:sldMk cId="1435791218" sldId="256"/>
            <ac:spMk id="35" creationId="{FD4E35EB-9037-E7F0-1DB6-0F517D2AB66A}"/>
          </ac:spMkLst>
        </pc:spChg>
        <pc:spChg chg="del mod">
          <ac:chgData name="Oberman, H.I. (Hanne)" userId="e27d1978-6ace-4e0e-9109-4f58c8b6a455" providerId="ADAL" clId="{3A5FB9CE-2F3F-5B40-87DE-01CF2017EA9C}" dt="2026-08-27T15:35:07.583" v="976" actId="478"/>
          <ac:spMkLst>
            <pc:docMk/>
            <pc:sldMk cId="1435791218" sldId="256"/>
            <ac:spMk id="36" creationId="{13EA2B78-74D1-90B2-F3C5-DA2D4F39937C}"/>
          </ac:spMkLst>
        </pc:spChg>
        <pc:spChg chg="del mod">
          <ac:chgData name="Oberman, H.I. (Hanne)" userId="e27d1978-6ace-4e0e-9109-4f58c8b6a455" providerId="ADAL" clId="{3A5FB9CE-2F3F-5B40-87DE-01CF2017EA9C}" dt="2026-08-27T15:31:30.687" v="942" actId="478"/>
          <ac:spMkLst>
            <pc:docMk/>
            <pc:sldMk cId="1435791218" sldId="256"/>
            <ac:spMk id="40" creationId="{1803F8D0-7ED6-C94E-97E9-09A775915736}"/>
          </ac:spMkLst>
        </pc:spChg>
        <pc:spChg chg="del mod">
          <ac:chgData name="Oberman, H.I. (Hanne)" userId="e27d1978-6ace-4e0e-9109-4f58c8b6a455" providerId="ADAL" clId="{3A5FB9CE-2F3F-5B40-87DE-01CF2017EA9C}" dt="2026-08-27T15:35:09.292" v="977" actId="478"/>
          <ac:spMkLst>
            <pc:docMk/>
            <pc:sldMk cId="1435791218" sldId="256"/>
            <ac:spMk id="44" creationId="{EC2E0A57-ED39-5A3F-E872-6D1C5CCB163F}"/>
          </ac:spMkLst>
        </pc:spChg>
        <pc:spChg chg="del">
          <ac:chgData name="Oberman, H.I. (Hanne)" userId="e27d1978-6ace-4e0e-9109-4f58c8b6a455" providerId="ADAL" clId="{3A5FB9CE-2F3F-5B40-87DE-01CF2017EA9C}" dt="2026-08-27T15:35:44.585" v="983" actId="478"/>
          <ac:spMkLst>
            <pc:docMk/>
            <pc:sldMk cId="1435791218" sldId="256"/>
            <ac:spMk id="48" creationId="{00000000-0000-0000-0000-000000000000}"/>
          </ac:spMkLst>
        </pc:spChg>
        <pc:spChg chg="mod">
          <ac:chgData name="Oberman, H.I. (Hanne)" userId="e27d1978-6ace-4e0e-9109-4f58c8b6a455" providerId="ADAL" clId="{3A5FB9CE-2F3F-5B40-87DE-01CF2017EA9C}" dt="2026-08-27T14:07:30.006" v="666" actId="20577"/>
          <ac:spMkLst>
            <pc:docMk/>
            <pc:sldMk cId="1435791218" sldId="256"/>
            <ac:spMk id="51" creationId="{2E342441-D5FD-5545-AF7B-F8CD4E455EFA}"/>
          </ac:spMkLst>
        </pc:spChg>
        <pc:spChg chg="mod">
          <ac:chgData name="Oberman, H.I. (Hanne)" userId="e27d1978-6ace-4e0e-9109-4f58c8b6a455" providerId="ADAL" clId="{3A5FB9CE-2F3F-5B40-87DE-01CF2017EA9C}" dt="2026-08-26T14:05:41.147" v="629" actId="1076"/>
          <ac:spMkLst>
            <pc:docMk/>
            <pc:sldMk cId="1435791218" sldId="256"/>
            <ac:spMk id="54" creationId="{18EE791D-FF38-C243-987D-0BEF91FF79A3}"/>
          </ac:spMkLst>
        </pc:spChg>
        <pc:spChg chg="del mod">
          <ac:chgData name="Oberman, H.I. (Hanne)" userId="e27d1978-6ace-4e0e-9109-4f58c8b6a455" providerId="ADAL" clId="{3A5FB9CE-2F3F-5B40-87DE-01CF2017EA9C}" dt="2026-08-27T15:31:33.885" v="944" actId="478"/>
          <ac:spMkLst>
            <pc:docMk/>
            <pc:sldMk cId="1435791218" sldId="256"/>
            <ac:spMk id="56" creationId="{105E345D-E29F-9A49-9A3A-4039A1C01D09}"/>
          </ac:spMkLst>
        </pc:spChg>
        <pc:spChg chg="del">
          <ac:chgData name="Oberman, H.I. (Hanne)" userId="e27d1978-6ace-4e0e-9109-4f58c8b6a455" providerId="ADAL" clId="{3A5FB9CE-2F3F-5B40-87DE-01CF2017EA9C}" dt="2026-08-27T15:35:50.779" v="986" actId="478"/>
          <ac:spMkLst>
            <pc:docMk/>
            <pc:sldMk cId="1435791218" sldId="256"/>
            <ac:spMk id="59" creationId="{F49D909F-42F7-0648-AA5E-4B62B4C33843}"/>
          </ac:spMkLst>
        </pc:spChg>
        <pc:spChg chg="del">
          <ac:chgData name="Oberman, H.I. (Hanne)" userId="e27d1978-6ace-4e0e-9109-4f58c8b6a455" providerId="ADAL" clId="{3A5FB9CE-2F3F-5B40-87DE-01CF2017EA9C}" dt="2026-08-27T15:35:48.953" v="985" actId="478"/>
          <ac:spMkLst>
            <pc:docMk/>
            <pc:sldMk cId="1435791218" sldId="256"/>
            <ac:spMk id="60" creationId="{4BE76C16-EB21-5E42-A96A-AB333F3F54BD}"/>
          </ac:spMkLst>
        </pc:spChg>
        <pc:spChg chg="del">
          <ac:chgData name="Oberman, H.I. (Hanne)" userId="e27d1978-6ace-4e0e-9109-4f58c8b6a455" providerId="ADAL" clId="{3A5FB9CE-2F3F-5B40-87DE-01CF2017EA9C}" dt="2026-08-27T15:35:14.763" v="978" actId="478"/>
          <ac:spMkLst>
            <pc:docMk/>
            <pc:sldMk cId="1435791218" sldId="256"/>
            <ac:spMk id="61" creationId="{C9878D46-9E1A-C680-474C-C18ACB79D5E9}"/>
          </ac:spMkLst>
        </pc:spChg>
        <pc:spChg chg="del mod">
          <ac:chgData name="Oberman, H.I. (Hanne)" userId="e27d1978-6ace-4e0e-9109-4f58c8b6a455" providerId="ADAL" clId="{3A5FB9CE-2F3F-5B40-87DE-01CF2017EA9C}" dt="2026-08-27T15:35:21.780" v="980" actId="478"/>
          <ac:spMkLst>
            <pc:docMk/>
            <pc:sldMk cId="1435791218" sldId="256"/>
            <ac:spMk id="62" creationId="{FE945267-7F26-6790-03A5-3909C6FD18E6}"/>
          </ac:spMkLst>
        </pc:spChg>
        <pc:spChg chg="del mod">
          <ac:chgData name="Oberman, H.I. (Hanne)" userId="e27d1978-6ace-4e0e-9109-4f58c8b6a455" providerId="ADAL" clId="{3A5FB9CE-2F3F-5B40-87DE-01CF2017EA9C}" dt="2026-08-27T15:35:05.919" v="975" actId="478"/>
          <ac:spMkLst>
            <pc:docMk/>
            <pc:sldMk cId="1435791218" sldId="256"/>
            <ac:spMk id="63" creationId="{FB5ADAA3-ACB2-620C-4DF9-01DFBE849DA4}"/>
          </ac:spMkLst>
        </pc:spChg>
        <pc:spChg chg="del mod">
          <ac:chgData name="Oberman, H.I. (Hanne)" userId="e27d1978-6ace-4e0e-9109-4f58c8b6a455" providerId="ADAL" clId="{3A5FB9CE-2F3F-5B40-87DE-01CF2017EA9C}" dt="2026-08-27T15:35:18.254" v="979" actId="478"/>
          <ac:spMkLst>
            <pc:docMk/>
            <pc:sldMk cId="1435791218" sldId="256"/>
            <ac:spMk id="64" creationId="{20CF9308-953B-298D-D65A-70F14F09C1A2}"/>
          </ac:spMkLst>
        </pc:spChg>
        <pc:spChg chg="mod">
          <ac:chgData name="Oberman, H.I. (Hanne)" userId="e27d1978-6ace-4e0e-9109-4f58c8b6a455" providerId="ADAL" clId="{3A5FB9CE-2F3F-5B40-87DE-01CF2017EA9C}" dt="2026-08-27T14:16:45.385" v="906" actId="1076"/>
          <ac:spMkLst>
            <pc:docMk/>
            <pc:sldMk cId="1435791218" sldId="256"/>
            <ac:spMk id="68" creationId="{CC0490C9-F14A-2129-660A-C253B4834EBE}"/>
          </ac:spMkLst>
        </pc:spChg>
        <pc:spChg chg="mod">
          <ac:chgData name="Oberman, H.I. (Hanne)" userId="e27d1978-6ace-4e0e-9109-4f58c8b6a455" providerId="ADAL" clId="{3A5FB9CE-2F3F-5B40-87DE-01CF2017EA9C}" dt="2026-08-27T15:33:12.622" v="966" actId="20577"/>
          <ac:spMkLst>
            <pc:docMk/>
            <pc:sldMk cId="1435791218" sldId="256"/>
            <ac:spMk id="75" creationId="{5E455247-244D-02A3-5C00-81563696AB54}"/>
          </ac:spMkLst>
        </pc:spChg>
        <pc:spChg chg="add del mod">
          <ac:chgData name="Oberman, H.I. (Hanne)" userId="e27d1978-6ace-4e0e-9109-4f58c8b6a455" providerId="ADAL" clId="{3A5FB9CE-2F3F-5B40-87DE-01CF2017EA9C}" dt="2026-08-27T15:35:46.287" v="984" actId="478"/>
          <ac:spMkLst>
            <pc:docMk/>
            <pc:sldMk cId="1435791218" sldId="256"/>
            <ac:spMk id="77" creationId="{39213802-1E82-9A7E-8858-EB4F5AE86D4C}"/>
          </ac:spMkLst>
        </pc:spChg>
        <pc:spChg chg="del">
          <ac:chgData name="Oberman, H.I. (Hanne)" userId="e27d1978-6ace-4e0e-9109-4f58c8b6a455" providerId="ADAL" clId="{3A5FB9CE-2F3F-5B40-87DE-01CF2017EA9C}" dt="2026-08-27T15:35:42.494" v="982" actId="478"/>
          <ac:spMkLst>
            <pc:docMk/>
            <pc:sldMk cId="1435791218" sldId="256"/>
            <ac:spMk id="78" creationId="{00000000-0000-0000-0000-000000000000}"/>
          </ac:spMkLst>
        </pc:spChg>
        <pc:picChg chg="add mod">
          <ac:chgData name="Oberman, H.I. (Hanne)" userId="e27d1978-6ace-4e0e-9109-4f58c8b6a455" providerId="ADAL" clId="{3A5FB9CE-2F3F-5B40-87DE-01CF2017EA9C}" dt="2026-08-27T15:34:27.145" v="973"/>
          <ac:picMkLst>
            <pc:docMk/>
            <pc:sldMk cId="1435791218" sldId="256"/>
            <ac:picMk id="5" creationId="{508D32C4-E058-0D6B-53DC-9D412A5D0953}"/>
          </ac:picMkLst>
        </pc:picChg>
        <pc:picChg chg="del">
          <ac:chgData name="Oberman, H.I. (Hanne)" userId="e27d1978-6ace-4e0e-9109-4f58c8b6a455" providerId="ADAL" clId="{3A5FB9CE-2F3F-5B40-87DE-01CF2017EA9C}" dt="2026-08-27T15:34:11.726" v="968" actId="478"/>
          <ac:picMkLst>
            <pc:docMk/>
            <pc:sldMk cId="1435791218" sldId="256"/>
            <ac:picMk id="10" creationId="{27DFE438-23D4-102C-538A-7BB9057149E6}"/>
          </ac:picMkLst>
        </pc:picChg>
        <pc:picChg chg="add mod">
          <ac:chgData name="Oberman, H.I. (Hanne)" userId="e27d1978-6ace-4e0e-9109-4f58c8b6a455" providerId="ADAL" clId="{3A5FB9CE-2F3F-5B40-87DE-01CF2017EA9C}" dt="2026-08-27T15:37:26.202" v="993"/>
          <ac:picMkLst>
            <pc:docMk/>
            <pc:sldMk cId="1435791218" sldId="256"/>
            <ac:picMk id="10" creationId="{71AF5F93-DC5A-99CC-B939-DCFA5CE33C82}"/>
          </ac:picMkLst>
        </pc:picChg>
        <pc:picChg chg="add mod">
          <ac:chgData name="Oberman, H.I. (Hanne)" userId="e27d1978-6ace-4e0e-9109-4f58c8b6a455" providerId="ADAL" clId="{3A5FB9CE-2F3F-5B40-87DE-01CF2017EA9C}" dt="2026-08-27T15:31:45.665" v="949"/>
          <ac:picMkLst>
            <pc:docMk/>
            <pc:sldMk cId="1435791218" sldId="256"/>
            <ac:picMk id="11" creationId="{4DEC8237-2A73-1204-BAC8-1B3BE102BAFC}"/>
          </ac:picMkLst>
        </pc:picChg>
        <pc:picChg chg="del mod">
          <ac:chgData name="Oberman, H.I. (Hanne)" userId="e27d1978-6ace-4e0e-9109-4f58c8b6a455" providerId="ADAL" clId="{3A5FB9CE-2F3F-5B40-87DE-01CF2017EA9C}" dt="2026-08-27T15:34:17.665" v="970" actId="478"/>
          <ac:picMkLst>
            <pc:docMk/>
            <pc:sldMk cId="1435791218" sldId="256"/>
            <ac:picMk id="12" creationId="{F08F57E2-6D4A-A10B-9F7D-1E493C4B7776}"/>
          </ac:picMkLst>
        </pc:picChg>
        <pc:picChg chg="del mod">
          <ac:chgData name="Oberman, H.I. (Hanne)" userId="e27d1978-6ace-4e0e-9109-4f58c8b6a455" providerId="ADAL" clId="{3A5FB9CE-2F3F-5B40-87DE-01CF2017EA9C}" dt="2026-08-27T15:34:26.261" v="972" actId="478"/>
          <ac:picMkLst>
            <pc:docMk/>
            <pc:sldMk cId="1435791218" sldId="256"/>
            <ac:picMk id="14" creationId="{785DB755-7D45-9948-ACBD-D3987C987743}"/>
          </ac:picMkLst>
        </pc:picChg>
        <pc:picChg chg="add mod">
          <ac:chgData name="Oberman, H.I. (Hanne)" userId="e27d1978-6ace-4e0e-9109-4f58c8b6a455" providerId="ADAL" clId="{3A5FB9CE-2F3F-5B40-87DE-01CF2017EA9C}" dt="2026-08-27T15:34:27.145" v="973"/>
          <ac:picMkLst>
            <pc:docMk/>
            <pc:sldMk cId="1435791218" sldId="256"/>
            <ac:picMk id="15" creationId="{4F36B465-CB45-5EBC-0D8A-B1381A545A1D}"/>
          </ac:picMkLst>
        </pc:picChg>
        <pc:picChg chg="add mod">
          <ac:chgData name="Oberman, H.I. (Hanne)" userId="e27d1978-6ace-4e0e-9109-4f58c8b6a455" providerId="ADAL" clId="{3A5FB9CE-2F3F-5B40-87DE-01CF2017EA9C}" dt="2026-08-27T15:34:27.145" v="973"/>
          <ac:picMkLst>
            <pc:docMk/>
            <pc:sldMk cId="1435791218" sldId="256"/>
            <ac:picMk id="16" creationId="{9A5AE49E-7E3A-C8E5-1973-C2501646662A}"/>
          </ac:picMkLst>
        </pc:picChg>
        <pc:picChg chg="add mod">
          <ac:chgData name="Oberman, H.I. (Hanne)" userId="e27d1978-6ace-4e0e-9109-4f58c8b6a455" providerId="ADAL" clId="{3A5FB9CE-2F3F-5B40-87DE-01CF2017EA9C}" dt="2026-08-27T15:34:27.145" v="973"/>
          <ac:picMkLst>
            <pc:docMk/>
            <pc:sldMk cId="1435791218" sldId="256"/>
            <ac:picMk id="17" creationId="{088C85DE-7A2E-31F3-613B-BCB9A7C44403}"/>
          </ac:picMkLst>
        </pc:picChg>
        <pc:picChg chg="del mod">
          <ac:chgData name="Oberman, H.I. (Hanne)" userId="e27d1978-6ace-4e0e-9109-4f58c8b6a455" providerId="ADAL" clId="{3A5FB9CE-2F3F-5B40-87DE-01CF2017EA9C}" dt="2026-08-27T15:34:24.458" v="971" actId="478"/>
          <ac:picMkLst>
            <pc:docMk/>
            <pc:sldMk cId="1435791218" sldId="256"/>
            <ac:picMk id="18" creationId="{2EC566DE-5368-CDEA-3B2F-B949D914343B}"/>
          </ac:picMkLst>
        </pc:picChg>
        <pc:picChg chg="add mod">
          <ac:chgData name="Oberman, H.I. (Hanne)" userId="e27d1978-6ace-4e0e-9109-4f58c8b6a455" providerId="ADAL" clId="{3A5FB9CE-2F3F-5B40-87DE-01CF2017EA9C}" dt="2026-08-27T15:34:27.145" v="973"/>
          <ac:picMkLst>
            <pc:docMk/>
            <pc:sldMk cId="1435791218" sldId="256"/>
            <ac:picMk id="19" creationId="{70690F96-F457-D0EA-83CB-F554F0493975}"/>
          </ac:picMkLst>
        </pc:picChg>
        <pc:picChg chg="del mod">
          <ac:chgData name="Oberman, H.I. (Hanne)" userId="e27d1978-6ace-4e0e-9109-4f58c8b6a455" providerId="ADAL" clId="{3A5FB9CE-2F3F-5B40-87DE-01CF2017EA9C}" dt="2026-08-27T15:34:15.409" v="969" actId="478"/>
          <ac:picMkLst>
            <pc:docMk/>
            <pc:sldMk cId="1435791218" sldId="256"/>
            <ac:picMk id="30" creationId="{C0CAE85E-94F4-0247-3C6D-E89E48A78135}"/>
          </ac:picMkLst>
        </pc:picChg>
        <pc:picChg chg="add del mod">
          <ac:chgData name="Oberman, H.I. (Hanne)" userId="e27d1978-6ace-4e0e-9109-4f58c8b6a455" providerId="ADAL" clId="{3A5FB9CE-2F3F-5B40-87DE-01CF2017EA9C}" dt="2026-08-27T15:31:35.600" v="945" actId="478"/>
          <ac:picMkLst>
            <pc:docMk/>
            <pc:sldMk cId="1435791218" sldId="256"/>
            <ac:picMk id="76" creationId="{33BD0D68-AF44-F44D-F4CC-D54FAF44C08B}"/>
          </ac:picMkLst>
        </pc:picChg>
      </pc:sldChg>
      <pc:sldChg chg="del">
        <pc:chgData name="Oberman, H.I. (Hanne)" userId="e27d1978-6ace-4e0e-9109-4f58c8b6a455" providerId="ADAL" clId="{3A5FB9CE-2F3F-5B40-87DE-01CF2017EA9C}" dt="2026-08-27T15:37:36.900" v="994" actId="2696"/>
        <pc:sldMkLst>
          <pc:docMk/>
          <pc:sldMk cId="993149199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829B4-9606-2A42-8BE7-C95716C4B49D}" type="datetimeFigureOut">
              <a:rPr lang="nl-NL" smtClean="0"/>
              <a:t>27-8-2026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81A27-1440-C343-B73A-EDC558E67D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195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88170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76339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64509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52678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40848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29017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17187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05356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81A27-1440-C343-B73A-EDC558E67D24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605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>
          <a:xfrm>
            <a:off x="1645922" y="20340324"/>
            <a:ext cx="7680961" cy="1168400"/>
          </a:xfrm>
          <a:prstGeom prst="rect">
            <a:avLst/>
          </a:prstGeom>
        </p:spPr>
        <p:txBody>
          <a:bodyPr/>
          <a:lstStyle/>
          <a:p>
            <a:fld id="{C28BEF97-4A46-C940-8C59-2C42CB4C4E51}" type="datetimeFigureOut">
              <a:rPr lang="nl-NL" smtClean="0"/>
              <a:t>27-8-2026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>
          <a:xfrm>
            <a:off x="11247124" y="20340324"/>
            <a:ext cx="10424160" cy="1168400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23591521" y="20340324"/>
            <a:ext cx="7680961" cy="1168400"/>
          </a:xfrm>
          <a:prstGeom prst="rect">
            <a:avLst/>
          </a:prstGeom>
        </p:spPr>
        <p:txBody>
          <a:bodyPr/>
          <a:lstStyle/>
          <a:p>
            <a:fld id="{83473042-6688-F148-AA6B-B0D68935845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42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9DC6BDAC-A25B-AD43-ABA0-429F1CC5F10D}"/>
              </a:ext>
            </a:extLst>
          </p:cNvPr>
          <p:cNvSpPr/>
          <p:nvPr userDrawn="1"/>
        </p:nvSpPr>
        <p:spPr>
          <a:xfrm>
            <a:off x="0" y="21012821"/>
            <a:ext cx="32910201" cy="932779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57"/>
          </a:p>
        </p:txBody>
      </p:sp>
      <p:pic>
        <p:nvPicPr>
          <p:cNvPr id="5" name="Afbeelding 4" descr="Afbeelding met tekst&#10;&#10;Automatisch gegenereerde beschrijving">
            <a:extLst>
              <a:ext uri="{FF2B5EF4-FFF2-40B4-BE49-F238E27FC236}">
                <a16:creationId xmlns:a16="http://schemas.microsoft.com/office/drawing/2014/main" id="{91C312BF-6FB3-A291-F5EE-1FAFC9B62F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44" y="834"/>
            <a:ext cx="7918958" cy="311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7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2468268" rtl="0" eaLnBrk="1" latinLnBrk="0" hangingPunct="1">
        <a:spcBef>
          <a:spcPct val="0"/>
        </a:spcBef>
        <a:buNone/>
        <a:defRPr sz="5668" b="0" i="0" kern="1200">
          <a:solidFill>
            <a:schemeClr val="tx1"/>
          </a:solidFill>
          <a:latin typeface="Merriweather Regular" panose="02060503050406030704" pitchFamily="18" charset="77"/>
          <a:ea typeface="+mj-ea"/>
          <a:cs typeface="+mj-cs"/>
        </a:defRPr>
      </a:lvl1pPr>
    </p:titleStyle>
    <p:bodyStyle>
      <a:lvl1pPr marL="0" indent="0" algn="l" defTabSz="2468268" rtl="0" eaLnBrk="1" latinLnBrk="0" hangingPunct="1">
        <a:lnSpc>
          <a:spcPct val="110000"/>
        </a:lnSpc>
        <a:spcBef>
          <a:spcPts val="0"/>
        </a:spcBef>
        <a:buFont typeface="Arial" pitchFamily="34" charset="0"/>
        <a:buNone/>
        <a:defRPr sz="4319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2468268" rtl="0" eaLnBrk="1" latinLnBrk="0" hangingPunct="1">
        <a:lnSpc>
          <a:spcPct val="110000"/>
        </a:lnSpc>
        <a:spcBef>
          <a:spcPts val="0"/>
        </a:spcBef>
        <a:buFont typeface="Arial" pitchFamily="34" charset="0"/>
        <a:buNone/>
        <a:defRPr sz="4319" b="1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728819" indent="-728819" algn="l" defTabSz="2468268" rtl="0" eaLnBrk="1" latinLnBrk="0" hangingPunct="1">
        <a:lnSpc>
          <a:spcPct val="110000"/>
        </a:lnSpc>
        <a:spcBef>
          <a:spcPts val="5668"/>
        </a:spcBef>
        <a:buFont typeface="Verdana" pitchFamily="34" charset="0"/>
        <a:buChar char="•"/>
        <a:defRPr sz="4319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728819" indent="-728819" algn="l" defTabSz="2468268" rtl="0" eaLnBrk="1" latinLnBrk="0" hangingPunct="1">
        <a:lnSpc>
          <a:spcPct val="110000"/>
        </a:lnSpc>
        <a:spcBef>
          <a:spcPts val="5668"/>
        </a:spcBef>
        <a:buFont typeface="Verdana" pitchFamily="34" charset="0"/>
        <a:buChar char="•"/>
        <a:defRPr sz="4319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186458" indent="-728819" algn="l" defTabSz="2468268" rtl="0" eaLnBrk="1" latinLnBrk="0" hangingPunct="1">
        <a:lnSpc>
          <a:spcPct val="110000"/>
        </a:lnSpc>
        <a:spcBef>
          <a:spcPts val="0"/>
        </a:spcBef>
        <a:buFont typeface="Verdana" pitchFamily="34" charset="0"/>
        <a:buChar char="–"/>
        <a:defRPr sz="4319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6787738" indent="-617067" algn="l" defTabSz="2468268" rtl="0" eaLnBrk="1" latinLnBrk="0" hangingPunct="1">
        <a:spcBef>
          <a:spcPct val="20000"/>
        </a:spcBef>
        <a:buFont typeface="Arial" pitchFamily="34" charset="0"/>
        <a:buChar char="•"/>
        <a:defRPr sz="5398" kern="1200">
          <a:solidFill>
            <a:schemeClr val="tx1"/>
          </a:solidFill>
          <a:latin typeface="+mn-lt"/>
          <a:ea typeface="+mn-ea"/>
          <a:cs typeface="+mn-cs"/>
        </a:defRPr>
      </a:lvl6pPr>
      <a:lvl7pPr marL="8021872" indent="-617067" algn="l" defTabSz="2468268" rtl="0" eaLnBrk="1" latinLnBrk="0" hangingPunct="1">
        <a:spcBef>
          <a:spcPct val="20000"/>
        </a:spcBef>
        <a:buFont typeface="Arial" pitchFamily="34" charset="0"/>
        <a:buChar char="•"/>
        <a:defRPr sz="5398" kern="1200">
          <a:solidFill>
            <a:schemeClr val="tx1"/>
          </a:solidFill>
          <a:latin typeface="+mn-lt"/>
          <a:ea typeface="+mn-ea"/>
          <a:cs typeface="+mn-cs"/>
        </a:defRPr>
      </a:lvl7pPr>
      <a:lvl8pPr marL="9256005" indent="-617067" algn="l" defTabSz="2468268" rtl="0" eaLnBrk="1" latinLnBrk="0" hangingPunct="1">
        <a:spcBef>
          <a:spcPct val="20000"/>
        </a:spcBef>
        <a:buFont typeface="Arial" pitchFamily="34" charset="0"/>
        <a:buChar char="•"/>
        <a:defRPr sz="5398" kern="1200">
          <a:solidFill>
            <a:schemeClr val="tx1"/>
          </a:solidFill>
          <a:latin typeface="+mn-lt"/>
          <a:ea typeface="+mn-ea"/>
          <a:cs typeface="+mn-cs"/>
        </a:defRPr>
      </a:lvl8pPr>
      <a:lvl9pPr marL="10490140" indent="-617067" algn="l" defTabSz="2468268" rtl="0" eaLnBrk="1" latinLnBrk="0" hangingPunct="1">
        <a:spcBef>
          <a:spcPct val="20000"/>
        </a:spcBef>
        <a:buFont typeface="Arial" pitchFamily="34" charset="0"/>
        <a:buChar char="•"/>
        <a:defRPr sz="53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1pPr>
      <a:lvl2pPr marL="1234134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2pPr>
      <a:lvl3pPr marL="2468268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3pPr>
      <a:lvl4pPr marL="3702402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4pPr>
      <a:lvl5pPr marL="4936537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5pPr>
      <a:lvl6pPr marL="6170671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6pPr>
      <a:lvl7pPr marL="7404804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7pPr>
      <a:lvl8pPr marL="8638939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8pPr>
      <a:lvl9pPr marL="9873073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37/met0000695" TargetMode="External"/><Relationship Id="rId13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hyperlink" Target="https://doi.org/10.1002/bimj.202200107" TargetMode="External"/><Relationship Id="rId12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53962/s4bk-0805" TargetMode="External"/><Relationship Id="rId11" Type="http://schemas.openxmlformats.org/officeDocument/2006/relationships/image" Target="../media/image6.svg"/><Relationship Id="rId5" Type="http://schemas.openxmlformats.org/officeDocument/2006/relationships/hyperlink" Target="https://doi.org/10.1002/sim.8086" TargetMode="External"/><Relationship Id="rId15" Type="http://schemas.openxmlformats.org/officeDocument/2006/relationships/image" Target="../media/image10.svg"/><Relationship Id="rId10" Type="http://schemas.openxmlformats.org/officeDocument/2006/relationships/image" Target="../media/image5.svg"/><Relationship Id="rId4" Type="http://schemas.openxmlformats.org/officeDocument/2006/relationships/image" Target="../media/image3.svg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44">
            <a:extLst>
              <a:ext uri="{FF2B5EF4-FFF2-40B4-BE49-F238E27FC236}">
                <a16:creationId xmlns:a16="http://schemas.microsoft.com/office/drawing/2014/main" id="{138DAD77-BE10-A332-D848-5C4F903D34EC}"/>
              </a:ext>
            </a:extLst>
          </p:cNvPr>
          <p:cNvSpPr/>
          <p:nvPr/>
        </p:nvSpPr>
        <p:spPr>
          <a:xfrm>
            <a:off x="1508773" y="11449259"/>
            <a:ext cx="13942571" cy="7388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57" err="1"/>
              <a:t>Ω</a:t>
            </a:r>
            <a:endParaRPr lang="en-GB" sz="1957"/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D6346248-1B8C-95BE-E721-AA5632BE96FD}"/>
              </a:ext>
            </a:extLst>
          </p:cNvPr>
          <p:cNvSpPr/>
          <p:nvPr/>
        </p:nvSpPr>
        <p:spPr>
          <a:xfrm>
            <a:off x="25113714" y="-6806"/>
            <a:ext cx="7804686" cy="25963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trike="sngStrike"/>
          </a:p>
        </p:txBody>
      </p:sp>
      <p:pic>
        <p:nvPicPr>
          <p:cNvPr id="74" name="Afbeelding 73" descr="Schermafbeelding 2013-07-19 om 15.32.0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7744" y="20332077"/>
            <a:ext cx="616226" cy="639049"/>
          </a:xfrm>
          <a:prstGeom prst="rect">
            <a:avLst/>
          </a:prstGeom>
        </p:spPr>
      </p:pic>
      <p:sp>
        <p:nvSpPr>
          <p:cNvPr id="38" name="Tekstvak 37">
            <a:extLst>
              <a:ext uri="{FF2B5EF4-FFF2-40B4-BE49-F238E27FC236}">
                <a16:creationId xmlns:a16="http://schemas.microsoft.com/office/drawing/2014/main" id="{9722A7C8-C6E5-3F4D-92B6-754BC81CDDC5}"/>
              </a:ext>
            </a:extLst>
          </p:cNvPr>
          <p:cNvSpPr txBox="1">
            <a:spLocks/>
          </p:cNvSpPr>
          <p:nvPr/>
        </p:nvSpPr>
        <p:spPr>
          <a:xfrm>
            <a:off x="1607922" y="3059613"/>
            <a:ext cx="29871632" cy="16745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500" b="1">
                <a:latin typeface="Merriweather" pitchFamily="2" charset="77"/>
                <a:cs typeface="Verdana"/>
              </a:rPr>
              <a:t>Toward a standardized evaluation of imputation methodology</a:t>
            </a:r>
          </a:p>
        </p:txBody>
      </p:sp>
      <p:cxnSp>
        <p:nvCxnSpPr>
          <p:cNvPr id="39" name="Rechte verbindingslijn 38">
            <a:extLst>
              <a:ext uri="{FF2B5EF4-FFF2-40B4-BE49-F238E27FC236}">
                <a16:creationId xmlns:a16="http://schemas.microsoft.com/office/drawing/2014/main" id="{101778CA-EE18-3F4C-959A-801EFE65841A}"/>
              </a:ext>
            </a:extLst>
          </p:cNvPr>
          <p:cNvCxnSpPr>
            <a:cxnSpLocks/>
          </p:cNvCxnSpPr>
          <p:nvPr/>
        </p:nvCxnSpPr>
        <p:spPr>
          <a:xfrm flipV="1">
            <a:off x="1583213" y="5356176"/>
            <a:ext cx="29986861" cy="28651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D905E6AD-FEA8-E048-8813-F3F8148C30C8}"/>
              </a:ext>
            </a:extLst>
          </p:cNvPr>
          <p:cNvCxnSpPr>
            <a:cxnSpLocks/>
          </p:cNvCxnSpPr>
          <p:nvPr/>
        </p:nvCxnSpPr>
        <p:spPr>
          <a:xfrm>
            <a:off x="1583213" y="19541752"/>
            <a:ext cx="29986861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hthoek 44">
            <a:extLst>
              <a:ext uri="{FF2B5EF4-FFF2-40B4-BE49-F238E27FC236}">
                <a16:creationId xmlns:a16="http://schemas.microsoft.com/office/drawing/2014/main" id="{B15C782D-310C-0D46-8239-DB6C828F7FD6}"/>
              </a:ext>
            </a:extLst>
          </p:cNvPr>
          <p:cNvSpPr/>
          <p:nvPr/>
        </p:nvSpPr>
        <p:spPr>
          <a:xfrm>
            <a:off x="16630888" y="6305409"/>
            <a:ext cx="14900097" cy="125320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57"/>
          </a:p>
        </p:txBody>
      </p:sp>
      <p:sp>
        <p:nvSpPr>
          <p:cNvPr id="51" name="Tekstvak 50">
            <a:extLst>
              <a:ext uri="{FF2B5EF4-FFF2-40B4-BE49-F238E27FC236}">
                <a16:creationId xmlns:a16="http://schemas.microsoft.com/office/drawing/2014/main" id="{2E342441-D5FD-5545-AF7B-F8CD4E455EFA}"/>
              </a:ext>
            </a:extLst>
          </p:cNvPr>
          <p:cNvSpPr txBox="1"/>
          <p:nvPr/>
        </p:nvSpPr>
        <p:spPr>
          <a:xfrm>
            <a:off x="1508773" y="6292281"/>
            <a:ext cx="674155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latin typeface="Merriweather" pitchFamily="2" charset="77"/>
              </a:rPr>
              <a:t>Simulation studies as a tool</a:t>
            </a:r>
            <a:endParaRPr lang="en-GB" sz="2000" b="1">
              <a:solidFill>
                <a:srgbClr val="C10033"/>
              </a:solidFill>
              <a:latin typeface="Merriweather" pitchFamily="2" charset="77"/>
            </a:endParaRPr>
          </a:p>
          <a:p>
            <a:r>
              <a:rPr lang="en-GB" sz="20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Simulation studies have become an easy and flexible tool for evaluating new statistical methodology. Unfortunately, there is no consensus on </a:t>
            </a:r>
            <a:r>
              <a:rPr lang="en-GB" sz="2000" b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to perform simulation studies</a:t>
            </a:r>
            <a:r>
              <a:rPr lang="en-GB" sz="20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the evaluation of missing data methodology, such as imputation. </a:t>
            </a:r>
          </a:p>
          <a:p>
            <a:r>
              <a:rPr lang="en-GB" sz="20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In our review paper, Oberman &amp; Vink (2024), we suggest a course of action for simulating and evaluating missing data problems. This poster presents the </a:t>
            </a:r>
            <a:r>
              <a:rPr lang="en-GB" sz="2000" b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checklist for reporting </a:t>
            </a:r>
            <a:r>
              <a:rPr lang="en-GB" sz="20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simulation studies for imputation methodology that we developed (2022), based on the ADEMP framework by Morris et al. (2019).</a:t>
            </a:r>
          </a:p>
          <a:p>
            <a:r>
              <a:rPr lang="en-GB" sz="20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</a:p>
        </p:txBody>
      </p:sp>
      <p:sp>
        <p:nvSpPr>
          <p:cNvPr id="54" name="Tekstvak 53">
            <a:extLst>
              <a:ext uri="{FF2B5EF4-FFF2-40B4-BE49-F238E27FC236}">
                <a16:creationId xmlns:a16="http://schemas.microsoft.com/office/drawing/2014/main" id="{18EE791D-FF38-C243-987D-0BEF91FF79A3}"/>
              </a:ext>
            </a:extLst>
          </p:cNvPr>
          <p:cNvSpPr txBox="1"/>
          <p:nvPr/>
        </p:nvSpPr>
        <p:spPr>
          <a:xfrm>
            <a:off x="25113714" y="536528"/>
            <a:ext cx="7862188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2800">
                <a:latin typeface="Merriweather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Hanne Oberman</a:t>
            </a:r>
          </a:p>
          <a:p>
            <a:pPr algn="ctr"/>
            <a:r>
              <a:rPr lang="en-GB" sz="2800" i="1">
                <a:latin typeface="Merriweather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Methodology &amp; Statistics</a:t>
            </a:r>
          </a:p>
          <a:p>
            <a:pPr algn="ctr"/>
            <a:r>
              <a:rPr lang="en-GB" sz="2800" i="1">
                <a:latin typeface="Merriweather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Utrecht University</a:t>
            </a:r>
          </a:p>
        </p:txBody>
      </p:sp>
      <p:sp>
        <p:nvSpPr>
          <p:cNvPr id="55" name="Tekstvak 54">
            <a:extLst>
              <a:ext uri="{FF2B5EF4-FFF2-40B4-BE49-F238E27FC236}">
                <a16:creationId xmlns:a16="http://schemas.microsoft.com/office/drawing/2014/main" id="{A4964323-808B-1345-AC7D-222A69D20FB3}"/>
              </a:ext>
            </a:extLst>
          </p:cNvPr>
          <p:cNvSpPr txBox="1">
            <a:spLocks/>
          </p:cNvSpPr>
          <p:nvPr/>
        </p:nvSpPr>
        <p:spPr>
          <a:xfrm>
            <a:off x="1706218" y="4708104"/>
            <a:ext cx="29549804" cy="8354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3914"/>
              </a:lnSpc>
            </a:pPr>
            <a:r>
              <a:rPr lang="en-GB" sz="2800" b="1">
                <a:solidFill>
                  <a:srgbClr val="000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HI Oberman, G Vink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975972-2E3C-5C0B-ACF5-34EF6AB08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833741"/>
              </p:ext>
            </p:extLst>
          </p:nvPr>
        </p:nvGraphicFramePr>
        <p:xfrm>
          <a:off x="17295897" y="6580312"/>
          <a:ext cx="14140967" cy="120723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6091">
                  <a:extLst>
                    <a:ext uri="{9D8B030D-6E8A-4147-A177-3AD203B41FA5}">
                      <a16:colId xmlns:a16="http://schemas.microsoft.com/office/drawing/2014/main" val="671806242"/>
                    </a:ext>
                  </a:extLst>
                </a:gridCol>
                <a:gridCol w="13714876">
                  <a:extLst>
                    <a:ext uri="{9D8B030D-6E8A-4147-A177-3AD203B41FA5}">
                      <a16:colId xmlns:a16="http://schemas.microsoft.com/office/drawing/2014/main" val="3648363899"/>
                    </a:ext>
                  </a:extLst>
                </a:gridCol>
              </a:tblGrid>
              <a:tr h="6687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3200" b="1" i="1" kern="1200">
                          <a:solidFill>
                            <a:schemeClr val="tx1"/>
                          </a:solidFill>
                          <a:latin typeface="Merriweather" pitchFamily="2" charset="77"/>
                          <a:ea typeface="+mn-ea"/>
                          <a:cs typeface="+mn-cs"/>
                        </a:rPr>
                        <a:t>Reporting checklist for the evaluation of imputation methodology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46544240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6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</a:t>
                      </a:r>
                      <a:endParaRPr lang="en-US" sz="3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Aims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888783831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e.g. simulation scope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85531889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 simulation design (incl. pseudo-code or flow diagram)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354597507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 required level of precision (incl. number of simulation repetitions)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591216305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6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Data-generating mechanisms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597663530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e.g. data generation and missingness generation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848049765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 data source (incl. model-based or design-based, sampling variance)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764108514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 data characteristics (incl. multivariate relations and data structures such as clustering)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558581141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 missingness mechanisms (incl. type or functional form of the missing data model)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506131011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 missingness patterns (incl. missingness proportion)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39237917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Estimands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4275002033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e.g. complete data target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097034482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6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</a:t>
                      </a:r>
                      <a:endParaRPr lang="en-US" sz="3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Methods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636165756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e.g. missing data methods and analytic method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682790364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 imputation methods (incl. parameters such as the number of imputations)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024860008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 estimation method (incl. reference methods such as complete case analysis)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092365832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6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Performance measures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85519024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e.g. evaluation of estimates and imputed values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679415927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 statistical properties (incl. comparative performance, if applicable)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395267943"/>
                  </a:ext>
                </a:extLst>
              </a:tr>
              <a:tr h="55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u="none" strike="noStrike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□ validity of imputations (incl. imputation model fit and distributional characteristics)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738514548"/>
                  </a:ext>
                </a:extLst>
              </a:tr>
            </a:tbl>
          </a:graphicData>
        </a:graphic>
      </p:graphicFrame>
      <p:sp>
        <p:nvSpPr>
          <p:cNvPr id="7" name="Tekstvak 50">
            <a:extLst>
              <a:ext uri="{FF2B5EF4-FFF2-40B4-BE49-F238E27FC236}">
                <a16:creationId xmlns:a16="http://schemas.microsoft.com/office/drawing/2014/main" id="{FF9AA869-CD1A-6D4B-EFA4-398B89FFBFAF}"/>
              </a:ext>
            </a:extLst>
          </p:cNvPr>
          <p:cNvSpPr txBox="1"/>
          <p:nvPr/>
        </p:nvSpPr>
        <p:spPr>
          <a:xfrm>
            <a:off x="8709792" y="6292280"/>
            <a:ext cx="67415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latin typeface="Merriweather" pitchFamily="2" charset="77"/>
              </a:rPr>
              <a:t>Invitation to interact</a:t>
            </a:r>
            <a:endParaRPr lang="en-GB" sz="2000" b="1">
              <a:solidFill>
                <a:srgbClr val="C10033"/>
              </a:solidFill>
              <a:latin typeface="Merriweather" pitchFamily="2" charset="77"/>
            </a:endParaRPr>
          </a:p>
          <a:p>
            <a:r>
              <a:rPr lang="en-GB" sz="20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Our suggested course of action is by no means meant to serve as a complete cookbook. Rather, it is meant to </a:t>
            </a:r>
            <a:r>
              <a:rPr lang="en-GB" sz="2000" b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incite critical thinking </a:t>
            </a:r>
            <a:r>
              <a:rPr lang="en-GB" sz="20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a move to objective and fair evaluations of imputation methodology. </a:t>
            </a:r>
          </a:p>
          <a:p>
            <a:r>
              <a:rPr lang="en-GB" sz="20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Since our review and recommendations, others have engaged with the topic. See for example </a:t>
            </a:r>
            <a:r>
              <a:rPr lang="en-GB" sz="200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Siepe</a:t>
            </a:r>
            <a:r>
              <a:rPr lang="en-GB" sz="20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et al.’s (2024) preregistration template for simulation studies. We invite the audience to </a:t>
            </a:r>
            <a:r>
              <a:rPr lang="en-GB" sz="2000" b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take part in the discussion</a:t>
            </a:r>
            <a:r>
              <a:rPr lang="en-GB" sz="20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contribute to our proposed simulation checklist, and imagine how this may relate to (pre)registration for simulation studies.</a:t>
            </a:r>
          </a:p>
        </p:txBody>
      </p:sp>
      <p:pic>
        <p:nvPicPr>
          <p:cNvPr id="32" name="Graphic 31" descr="Arrow Right with solid fill">
            <a:extLst>
              <a:ext uri="{FF2B5EF4-FFF2-40B4-BE49-F238E27FC236}">
                <a16:creationId xmlns:a16="http://schemas.microsoft.com/office/drawing/2014/main" id="{5F66C6C7-C1D3-3273-24C0-2C7CD908AA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7199" y="15389884"/>
            <a:ext cx="914400" cy="914400"/>
          </a:xfrm>
          <a:prstGeom prst="rect">
            <a:avLst/>
          </a:prstGeom>
        </p:spPr>
      </p:pic>
      <p:pic>
        <p:nvPicPr>
          <p:cNvPr id="65" name="Graphic 64" descr="Arrow Right with solid fill">
            <a:extLst>
              <a:ext uri="{FF2B5EF4-FFF2-40B4-BE49-F238E27FC236}">
                <a16:creationId xmlns:a16="http://schemas.microsoft.com/office/drawing/2014/main" id="{4FF38766-9778-A925-200A-D44E6877C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56900" y="15369191"/>
            <a:ext cx="914400" cy="9144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9EE1A6FA-4BF6-3A1F-F658-B856BF42D71B}"/>
              </a:ext>
            </a:extLst>
          </p:cNvPr>
          <p:cNvSpPr txBox="1"/>
          <p:nvPr/>
        </p:nvSpPr>
        <p:spPr>
          <a:xfrm>
            <a:off x="2102109" y="11980912"/>
            <a:ext cx="1136816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"/>
            <a:r>
              <a:rPr lang="en-US" sz="3200" b="1" i="1">
                <a:latin typeface="Merriweather" pitchFamily="2" charset="77"/>
              </a:rPr>
              <a:t>Suggested workflow for statistical simulation studies</a:t>
            </a:r>
          </a:p>
        </p:txBody>
      </p:sp>
      <p:sp>
        <p:nvSpPr>
          <p:cNvPr id="68" name="Folded Corner 67">
            <a:extLst>
              <a:ext uri="{FF2B5EF4-FFF2-40B4-BE49-F238E27FC236}">
                <a16:creationId xmlns:a16="http://schemas.microsoft.com/office/drawing/2014/main" id="{CC0490C9-F14A-2129-660A-C253B4834EBE}"/>
              </a:ext>
            </a:extLst>
          </p:cNvPr>
          <p:cNvSpPr/>
          <p:nvPr/>
        </p:nvSpPr>
        <p:spPr>
          <a:xfrm>
            <a:off x="14151128" y="10254376"/>
            <a:ext cx="2176032" cy="2200508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do</a:t>
            </a:r>
          </a:p>
          <a:p>
            <a:pPr algn="ctr"/>
            <a:r>
              <a:rPr lang="en-US"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i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</a:t>
            </a:r>
            <a:r>
              <a:rPr lang="en-US"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algn="ctr"/>
            <a:r>
              <a:rPr lang="en-US"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think?</a:t>
            </a:r>
          </a:p>
          <a:p>
            <a:pPr algn="ctr"/>
            <a:endParaRPr lang="en-US" sz="10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5" name="Folded Corner 74">
            <a:extLst>
              <a:ext uri="{FF2B5EF4-FFF2-40B4-BE49-F238E27FC236}">
                <a16:creationId xmlns:a16="http://schemas.microsoft.com/office/drawing/2014/main" id="{5E455247-244D-02A3-5C00-81563696AB54}"/>
              </a:ext>
            </a:extLst>
          </p:cNvPr>
          <p:cNvSpPr/>
          <p:nvPr/>
        </p:nvSpPr>
        <p:spPr>
          <a:xfrm>
            <a:off x="14156880" y="16857551"/>
            <a:ext cx="2176032" cy="2200509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could we integrate  with other initiatives?</a:t>
            </a:r>
          </a:p>
        </p:txBody>
      </p:sp>
      <p:sp>
        <p:nvSpPr>
          <p:cNvPr id="2" name="Folded Corner 1">
            <a:extLst>
              <a:ext uri="{FF2B5EF4-FFF2-40B4-BE49-F238E27FC236}">
                <a16:creationId xmlns:a16="http://schemas.microsoft.com/office/drawing/2014/main" id="{6DDC0CA9-05B8-950D-2EE1-83B45D3D0B88}"/>
              </a:ext>
            </a:extLst>
          </p:cNvPr>
          <p:cNvSpPr/>
          <p:nvPr/>
        </p:nvSpPr>
        <p:spPr>
          <a:xfrm>
            <a:off x="29991184" y="7732440"/>
            <a:ext cx="2176031" cy="2200499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</a:t>
            </a:r>
          </a:p>
          <a:p>
            <a:pPr algn="ctr"/>
            <a:r>
              <a:rPr lang="en-US"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</a:t>
            </a:r>
          </a:p>
          <a:p>
            <a:pPr algn="ctr"/>
            <a:r>
              <a:rPr lang="en-US"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missing ?</a:t>
            </a:r>
          </a:p>
        </p:txBody>
      </p:sp>
      <p:sp>
        <p:nvSpPr>
          <p:cNvPr id="4" name="Folded Corner 3">
            <a:extLst>
              <a:ext uri="{FF2B5EF4-FFF2-40B4-BE49-F238E27FC236}">
                <a16:creationId xmlns:a16="http://schemas.microsoft.com/office/drawing/2014/main" id="{068DCAC6-6B21-E35D-A679-ECEBC8393C9C}"/>
              </a:ext>
            </a:extLst>
          </p:cNvPr>
          <p:cNvSpPr/>
          <p:nvPr/>
        </p:nvSpPr>
        <p:spPr>
          <a:xfrm>
            <a:off x="29991184" y="12959543"/>
            <a:ext cx="2176031" cy="2200499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</a:t>
            </a:r>
          </a:p>
          <a:p>
            <a:pPr algn="ctr"/>
            <a:r>
              <a:rPr lang="en-US"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</a:t>
            </a:r>
          </a:p>
          <a:p>
            <a:pPr algn="ctr"/>
            <a:r>
              <a:rPr lang="en-US"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obsolete?</a:t>
            </a:r>
          </a:p>
        </p:txBody>
      </p:sp>
      <p:sp>
        <p:nvSpPr>
          <p:cNvPr id="6" name="Subtitel 2">
            <a:extLst>
              <a:ext uri="{FF2B5EF4-FFF2-40B4-BE49-F238E27FC236}">
                <a16:creationId xmlns:a16="http://schemas.microsoft.com/office/drawing/2014/main" id="{0DB60913-84C8-2D3F-8A08-FE1E4AC8C21B}"/>
              </a:ext>
            </a:extLst>
          </p:cNvPr>
          <p:cNvSpPr txBox="1">
            <a:spLocks/>
          </p:cNvSpPr>
          <p:nvPr/>
        </p:nvSpPr>
        <p:spPr>
          <a:xfrm>
            <a:off x="1583212" y="19901792"/>
            <a:ext cx="13868131" cy="998772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14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References</a:t>
            </a:r>
          </a:p>
          <a:p>
            <a:pPr marL="372835" indent="-372835" algn="l">
              <a:buAutoNum type="arabicPeriod"/>
            </a:pPr>
            <a:r>
              <a:rPr lang="en-GB" sz="120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Morris, T. P., White, I. R., &amp; Crowther, M. J. (2019). Using simulation studies to evaluate statistical methods. Statistics in Medicine, 38(11), 2074–2102. </a:t>
            </a:r>
            <a:r>
              <a:rPr lang="en-GB" sz="120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  <a:hlinkClick r:id="rId5"/>
              </a:rPr>
              <a:t>https://doi.org/10.1002/sim.8086 </a:t>
            </a:r>
            <a:endParaRPr lang="en-GB" sz="1200">
              <a:solidFill>
                <a:srgbClr val="0F101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  <a:p>
            <a:pPr marL="372835" indent="-372835" algn="l">
              <a:buFont typeface="Arial"/>
              <a:buAutoNum type="arabicPeriod"/>
            </a:pPr>
            <a:r>
              <a:rPr lang="en-GB" sz="120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Oberman, H. I. (2022). Checklist for reporting on imputation methodology evaluations. </a:t>
            </a:r>
            <a:r>
              <a:rPr lang="en-GB" sz="120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ResearchEquals</a:t>
            </a:r>
            <a:r>
              <a:rPr lang="en-GB" sz="120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. </a:t>
            </a:r>
            <a:r>
              <a:rPr lang="en-GB" sz="120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  <a:hlinkClick r:id="rId6"/>
              </a:rPr>
              <a:t>https://</a:t>
            </a:r>
            <a:r>
              <a:rPr lang="en-GB" sz="120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  <a:hlinkClick r:id="rId6"/>
              </a:rPr>
              <a:t>doi.org</a:t>
            </a:r>
            <a:r>
              <a:rPr lang="en-GB" sz="120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  <a:hlinkClick r:id="rId6"/>
              </a:rPr>
              <a:t>/10.53962/s4bk-0805</a:t>
            </a:r>
            <a:endParaRPr lang="en-GB" sz="1200">
              <a:solidFill>
                <a:srgbClr val="0F101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  <a:p>
            <a:pPr marL="372835" indent="-372835" algn="l">
              <a:buFont typeface="Arial"/>
              <a:buAutoNum type="arabicPeriod"/>
            </a:pPr>
            <a:endParaRPr lang="en-GB" sz="1400" b="1">
              <a:solidFill>
                <a:srgbClr val="0F101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9" name="Subtitel 2">
            <a:extLst>
              <a:ext uri="{FF2B5EF4-FFF2-40B4-BE49-F238E27FC236}">
                <a16:creationId xmlns:a16="http://schemas.microsoft.com/office/drawing/2014/main" id="{018976A6-A49E-6EA4-8203-4BA41576CF10}"/>
              </a:ext>
            </a:extLst>
          </p:cNvPr>
          <p:cNvSpPr txBox="1">
            <a:spLocks/>
          </p:cNvSpPr>
          <p:nvPr/>
        </p:nvSpPr>
        <p:spPr>
          <a:xfrm>
            <a:off x="16630888" y="19901792"/>
            <a:ext cx="13797864" cy="998772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12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GB" sz="1200">
              <a:solidFill>
                <a:srgbClr val="0F101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  <a:p>
            <a:pPr marL="372835" indent="-372835" algn="l">
              <a:buFont typeface="+mj-lt"/>
              <a:buAutoNum type="arabicPeriod" startAt="3"/>
            </a:pPr>
            <a:r>
              <a:rPr lang="en-GB" sz="120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Oberman, H. I., &amp; Vink, G. (2024). Toward a standardized evaluation of imputation methodology. Biometrical Journal, 66(1), 2200107. </a:t>
            </a:r>
            <a:r>
              <a:rPr lang="en-GB" sz="120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  <a:hlinkClick r:id="rId7"/>
              </a:rPr>
              <a:t>https://doi.org/10.1002/bimj.202200107</a:t>
            </a:r>
            <a:endParaRPr lang="en-GB" sz="1200">
              <a:solidFill>
                <a:srgbClr val="0F101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  <a:p>
            <a:pPr marL="372835" indent="-372835" algn="l">
              <a:buFont typeface="+mj-lt"/>
              <a:buAutoNum type="arabicPeriod" startAt="3"/>
            </a:pPr>
            <a:r>
              <a:rPr lang="en-GB" sz="1200" b="1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Siepe</a:t>
            </a:r>
            <a:r>
              <a:rPr lang="en-GB" sz="1200" b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, B. S., Bartoš, F., Morris, T.P., Boulesteix, A-L, Heck, D.W. &amp; Pawel, S. (2024). Simulation Studies for Methodological Research in Psychology: A Standardized Template for Planning, Preregistration, and Reporting. Psychological Methods. </a:t>
            </a:r>
            <a:r>
              <a:rPr lang="en-GB" sz="1200" b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  <a:hlinkClick r:id="rId8"/>
              </a:rPr>
              <a:t>https://doi.org/10.1037/met0000695</a:t>
            </a:r>
            <a:endParaRPr lang="en-GB" sz="1200" b="1">
              <a:solidFill>
                <a:srgbClr val="0F101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  <a:p>
            <a:pPr marL="372835" indent="-372835" algn="l">
              <a:buFont typeface="+mj-lt"/>
              <a:buAutoNum type="arabicPeriod" startAt="3"/>
            </a:pPr>
            <a:endParaRPr lang="en-GB" sz="2000" b="1">
              <a:solidFill>
                <a:schemeClr val="tx1"/>
              </a:solidFill>
              <a:latin typeface="Merriweather" pitchFamily="2" charset="77"/>
            </a:endParaRPr>
          </a:p>
        </p:txBody>
      </p:sp>
      <p:pic>
        <p:nvPicPr>
          <p:cNvPr id="11" name="Picture 10" descr="qr-code for edu.nl/nbd3q">
            <a:extLst>
              <a:ext uri="{FF2B5EF4-FFF2-40B4-BE49-F238E27FC236}">
                <a16:creationId xmlns:a16="http://schemas.microsoft.com/office/drawing/2014/main" id="{4DEC8237-2A73-1204-BAC8-1B3BE102BA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76939" y="19805627"/>
            <a:ext cx="1004519" cy="10840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E691CA-F16F-4C35-214C-EC01C1307F81}"/>
              </a:ext>
            </a:extLst>
          </p:cNvPr>
          <p:cNvSpPr txBox="1"/>
          <p:nvPr/>
        </p:nvSpPr>
        <p:spPr>
          <a:xfrm>
            <a:off x="31714917" y="19832657"/>
            <a:ext cx="493725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i="1">
                <a:latin typeface="Merriweather" pitchFamily="2" charset="77"/>
              </a:rPr>
              <a:t>this </a:t>
            </a:r>
          </a:p>
          <a:p>
            <a:pPr algn="ctr"/>
            <a:r>
              <a:rPr lang="en-US" sz="1200" i="1">
                <a:latin typeface="Merriweather" pitchFamily="2" charset="77"/>
              </a:rPr>
              <a:t>poster</a:t>
            </a:r>
          </a:p>
          <a:p>
            <a:pPr algn="ctr"/>
            <a:r>
              <a:rPr lang="en-US" sz="1200" i="1">
                <a:latin typeface="Merriweather" pitchFamily="2" charset="77"/>
              </a:rPr>
              <a:t>(and </a:t>
            </a:r>
          </a:p>
          <a:p>
            <a:pPr algn="ctr"/>
            <a:r>
              <a:rPr lang="en-US" sz="1200" i="1">
                <a:latin typeface="Merriweather" pitchFamily="2" charset="77"/>
              </a:rPr>
              <a:t>more!)</a:t>
            </a:r>
          </a:p>
        </p:txBody>
      </p:sp>
      <p:pic>
        <p:nvPicPr>
          <p:cNvPr id="5" name="Graphic 4" descr="Blueprint with solid fill">
            <a:extLst>
              <a:ext uri="{FF2B5EF4-FFF2-40B4-BE49-F238E27FC236}">
                <a16:creationId xmlns:a16="http://schemas.microsoft.com/office/drawing/2014/main" id="{508D32C4-E058-0D6B-53DC-9D412A5D09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26077" y="12711523"/>
            <a:ext cx="2124108" cy="2124108"/>
          </a:xfrm>
          <a:prstGeom prst="rect">
            <a:avLst/>
          </a:prstGeom>
        </p:spPr>
      </p:pic>
      <p:pic>
        <p:nvPicPr>
          <p:cNvPr id="15" name="Graphic 14" descr="Document with solid fill">
            <a:extLst>
              <a:ext uri="{FF2B5EF4-FFF2-40B4-BE49-F238E27FC236}">
                <a16:creationId xmlns:a16="http://schemas.microsoft.com/office/drawing/2014/main" id="{4F36B465-CB45-5EBC-0D8A-B1381A545A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67258" y="12730878"/>
            <a:ext cx="2007566" cy="2007566"/>
          </a:xfrm>
          <a:prstGeom prst="rect">
            <a:avLst/>
          </a:prstGeom>
        </p:spPr>
      </p:pic>
      <p:pic>
        <p:nvPicPr>
          <p:cNvPr id="16" name="Graphic 15" descr="Clipboard Partially Checked with solid fill">
            <a:extLst>
              <a:ext uri="{FF2B5EF4-FFF2-40B4-BE49-F238E27FC236}">
                <a16:creationId xmlns:a16="http://schemas.microsoft.com/office/drawing/2014/main" id="{9A5AE49E-7E3A-C8E5-1973-C250164666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58600" y="16013360"/>
            <a:ext cx="2124108" cy="2124108"/>
          </a:xfrm>
          <a:prstGeom prst="rect">
            <a:avLst/>
          </a:prstGeom>
        </p:spPr>
      </p:pic>
      <p:pic>
        <p:nvPicPr>
          <p:cNvPr id="17" name="Graphic 16" descr="Inbox Check with solid fill">
            <a:extLst>
              <a:ext uri="{FF2B5EF4-FFF2-40B4-BE49-F238E27FC236}">
                <a16:creationId xmlns:a16="http://schemas.microsoft.com/office/drawing/2014/main" id="{088C85DE-7A2E-31F3-613B-BCB9A7C44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13584" y="16013360"/>
            <a:ext cx="2171760" cy="2171760"/>
          </a:xfrm>
          <a:prstGeom prst="rect">
            <a:avLst/>
          </a:prstGeom>
        </p:spPr>
      </p:pic>
      <p:pic>
        <p:nvPicPr>
          <p:cNvPr id="19" name="Graphic 18" descr="Cmd Terminal with solid fill">
            <a:extLst>
              <a:ext uri="{FF2B5EF4-FFF2-40B4-BE49-F238E27FC236}">
                <a16:creationId xmlns:a16="http://schemas.microsoft.com/office/drawing/2014/main" id="{70690F96-F457-D0EA-83CB-F554F04939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18122" y="14738444"/>
            <a:ext cx="2124109" cy="212410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091ED39-AD88-A15F-A2FC-76682D22BF2F}"/>
              </a:ext>
            </a:extLst>
          </p:cNvPr>
          <p:cNvSpPr txBox="1"/>
          <p:nvPr/>
        </p:nvSpPr>
        <p:spPr>
          <a:xfrm>
            <a:off x="1984348" y="14693235"/>
            <a:ext cx="2007566" cy="368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4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Plan</a:t>
            </a:r>
            <a:endParaRPr lang="en-US" sz="2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DB1A35-24D1-51A1-4834-9E1BCD97D70B}"/>
              </a:ext>
            </a:extLst>
          </p:cNvPr>
          <p:cNvSpPr txBox="1"/>
          <p:nvPr/>
        </p:nvSpPr>
        <p:spPr>
          <a:xfrm>
            <a:off x="1995681" y="18029584"/>
            <a:ext cx="2007566" cy="368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4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Register</a:t>
            </a:r>
            <a:endParaRPr lang="en-US" sz="2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39B186-DF9A-E862-9F6F-8946E62B858F}"/>
              </a:ext>
            </a:extLst>
          </p:cNvPr>
          <p:cNvSpPr txBox="1"/>
          <p:nvPr/>
        </p:nvSpPr>
        <p:spPr>
          <a:xfrm>
            <a:off x="7046346" y="16604536"/>
            <a:ext cx="1467659" cy="368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4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Run</a:t>
            </a:r>
            <a:endParaRPr lang="en-US"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C34475-B6A4-0288-43CC-14947EA826EC}"/>
              </a:ext>
            </a:extLst>
          </p:cNvPr>
          <p:cNvSpPr txBox="1"/>
          <p:nvPr/>
        </p:nvSpPr>
        <p:spPr>
          <a:xfrm>
            <a:off x="11079935" y="14693235"/>
            <a:ext cx="2007566" cy="368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4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Report</a:t>
            </a:r>
            <a:endParaRPr lang="en-US" sz="2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E69826-F7E1-AD22-DBA7-C19BEFDB6F8A}"/>
              </a:ext>
            </a:extLst>
          </p:cNvPr>
          <p:cNvSpPr txBox="1"/>
          <p:nvPr/>
        </p:nvSpPr>
        <p:spPr>
          <a:xfrm>
            <a:off x="11255311" y="18029584"/>
            <a:ext cx="1744571" cy="368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40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</a:t>
            </a:r>
            <a:endParaRPr lang="en-US" sz="2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CC256A-DC0D-8E09-730B-F9201A3BB4A8}"/>
              </a:ext>
            </a:extLst>
          </p:cNvPr>
          <p:cNvSpPr txBox="1"/>
          <p:nvPr/>
        </p:nvSpPr>
        <p:spPr>
          <a:xfrm>
            <a:off x="2853479" y="15476966"/>
            <a:ext cx="269304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&amp;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E92B96-EDE8-06D4-B5B6-B004AD2BBA03}"/>
              </a:ext>
            </a:extLst>
          </p:cNvPr>
          <p:cNvSpPr txBox="1"/>
          <p:nvPr/>
        </p:nvSpPr>
        <p:spPr>
          <a:xfrm>
            <a:off x="11992945" y="15497754"/>
            <a:ext cx="269304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&amp;</a:t>
            </a:r>
          </a:p>
        </p:txBody>
      </p:sp>
      <p:pic>
        <p:nvPicPr>
          <p:cNvPr id="10" name="Graphic 9" descr="Line arrow: Clockwise curve with solid fill">
            <a:extLst>
              <a:ext uri="{FF2B5EF4-FFF2-40B4-BE49-F238E27FC236}">
                <a16:creationId xmlns:a16="http://schemas.microsoft.com/office/drawing/2014/main" id="{71AF5F93-DC5A-99CC-B939-DCFA5CE33C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5377403">
            <a:off x="31745412" y="20549466"/>
            <a:ext cx="292493" cy="29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91218"/>
      </p:ext>
    </p:extLst>
  </p:cSld>
  <p:clrMapOvr>
    <a:masterClrMapping/>
  </p:clrMapOvr>
</p:sld>
</file>

<file path=ppt/theme/theme1.xml><?xml version="1.0" encoding="utf-8"?>
<a:theme xmlns:a="http://schemas.openxmlformats.org/drawingml/2006/main" name="Thema_UU">
  <a:themeElements>
    <a:clrScheme name="UU_Kleurenpalet voor MS Office">
      <a:dk1>
        <a:srgbClr val="000000"/>
      </a:dk1>
      <a:lt1>
        <a:srgbClr val="FFFFFF"/>
      </a:lt1>
      <a:dk2>
        <a:srgbClr val="C00935"/>
      </a:dk2>
      <a:lt2>
        <a:srgbClr val="D9D9D9"/>
      </a:lt2>
      <a:accent1>
        <a:srgbClr val="FFCD00"/>
      </a:accent1>
      <a:accent2>
        <a:srgbClr val="DD9562"/>
      </a:accent2>
      <a:accent3>
        <a:srgbClr val="911D56"/>
      </a:accent3>
      <a:accent4>
        <a:srgbClr val="63A593"/>
      </a:accent4>
      <a:accent5>
        <a:srgbClr val="161D41"/>
      </a:accent5>
      <a:accent6>
        <a:srgbClr val="6686C3"/>
      </a:accent6>
      <a:hlink>
        <a:srgbClr val="52287F"/>
      </a:hlink>
      <a:folHlink>
        <a:srgbClr val="623E2B"/>
      </a:folHlink>
    </a:clrScheme>
    <a:fontScheme name="Lettertype UU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Thema_UU" id="{69539A96-05D9-9F44-937C-76FDE5EEAA32}" vid="{C9683E3C-EB62-FC4E-89BA-4F8478459AA6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Thema_UU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Thema_UU</vt:lpstr>
      <vt:lpstr>PowerPoint Presentation</vt:lpstr>
    </vt:vector>
  </TitlesOfParts>
  <Company>UU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Frouke</dc:creator>
  <cp:revision>1</cp:revision>
  <cp:lastPrinted>2015-10-14T14:40:41Z</cp:lastPrinted>
  <dcterms:created xsi:type="dcterms:W3CDTF">2013-01-24T08:51:25Z</dcterms:created>
  <dcterms:modified xsi:type="dcterms:W3CDTF">2026-08-27T15:37:39Z</dcterms:modified>
</cp:coreProperties>
</file>