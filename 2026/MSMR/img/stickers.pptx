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4" d="100"/>
          <a:sy n="114" d="100"/>
        </p:scale>
        <p:origin x="9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berman, H.I. (Hanne)" userId="e27d1978-6ace-4e0e-9109-4f58c8b6a455" providerId="ADAL" clId="{3A5FB9CE-2F3F-5B40-87DE-01CF2017EA9C}"/>
    <pc:docChg chg="modSld">
      <pc:chgData name="Oberman, H.I. (Hanne)" userId="e27d1978-6ace-4e0e-9109-4f58c8b6a455" providerId="ADAL" clId="{3A5FB9CE-2F3F-5B40-87DE-01CF2017EA9C}" dt="2026-08-31T20:55:35.418" v="53" actId="1038"/>
      <pc:docMkLst>
        <pc:docMk/>
      </pc:docMkLst>
      <pc:sldChg chg="modSp mod">
        <pc:chgData name="Oberman, H.I. (Hanne)" userId="e27d1978-6ace-4e0e-9109-4f58c8b6a455" providerId="ADAL" clId="{3A5FB9CE-2F3F-5B40-87DE-01CF2017EA9C}" dt="2026-08-31T20:55:35.418" v="53" actId="1038"/>
        <pc:sldMkLst>
          <pc:docMk/>
          <pc:sldMk cId="2564729279" sldId="256"/>
        </pc:sldMkLst>
        <pc:picChg chg="mod">
          <ac:chgData name="Oberman, H.I. (Hanne)" userId="e27d1978-6ace-4e0e-9109-4f58c8b6a455" providerId="ADAL" clId="{3A5FB9CE-2F3F-5B40-87DE-01CF2017EA9C}" dt="2026-08-31T20:55:35.418" v="53" actId="1038"/>
          <ac:picMkLst>
            <pc:docMk/>
            <pc:sldMk cId="2564729279" sldId="256"/>
            <ac:picMk id="4" creationId="{4EFC8107-BC4E-14DF-E808-086CEAF73D8A}"/>
          </ac:picMkLst>
        </pc:picChg>
        <pc:picChg chg="mod">
          <ac:chgData name="Oberman, H.I. (Hanne)" userId="e27d1978-6ace-4e0e-9109-4f58c8b6a455" providerId="ADAL" clId="{3A5FB9CE-2F3F-5B40-87DE-01CF2017EA9C}" dt="2026-08-31T20:55:35.418" v="53" actId="1038"/>
          <ac:picMkLst>
            <pc:docMk/>
            <pc:sldMk cId="2564729279" sldId="256"/>
            <ac:picMk id="5" creationId="{5B018719-888B-290A-58E3-F70EA984EF5D}"/>
          </ac:picMkLst>
        </pc:picChg>
        <pc:picChg chg="mod">
          <ac:chgData name="Oberman, H.I. (Hanne)" userId="e27d1978-6ace-4e0e-9109-4f58c8b6a455" providerId="ADAL" clId="{3A5FB9CE-2F3F-5B40-87DE-01CF2017EA9C}" dt="2026-08-31T20:55:35.418" v="53" actId="1038"/>
          <ac:picMkLst>
            <pc:docMk/>
            <pc:sldMk cId="2564729279" sldId="256"/>
            <ac:picMk id="6" creationId="{B676E390-D3DD-3B15-1CCF-F982A695E7A1}"/>
          </ac:picMkLst>
        </pc:picChg>
        <pc:picChg chg="mod">
          <ac:chgData name="Oberman, H.I. (Hanne)" userId="e27d1978-6ace-4e0e-9109-4f58c8b6a455" providerId="ADAL" clId="{3A5FB9CE-2F3F-5B40-87DE-01CF2017EA9C}" dt="2026-08-31T20:55:35.418" v="53" actId="1038"/>
          <ac:picMkLst>
            <pc:docMk/>
            <pc:sldMk cId="2564729279" sldId="256"/>
            <ac:picMk id="7" creationId="{C82BFA34-6D81-E169-140A-49F33D68532C}"/>
          </ac:picMkLst>
        </pc:picChg>
        <pc:picChg chg="mod">
          <ac:chgData name="Oberman, H.I. (Hanne)" userId="e27d1978-6ace-4e0e-9109-4f58c8b6a455" providerId="ADAL" clId="{3A5FB9CE-2F3F-5B40-87DE-01CF2017EA9C}" dt="2026-08-31T20:55:35.418" v="53" actId="1038"/>
          <ac:picMkLst>
            <pc:docMk/>
            <pc:sldMk cId="2564729279" sldId="256"/>
            <ac:picMk id="8" creationId="{80FE20FE-5E5C-E096-9309-1B0BB39F6AC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11AA3-680F-AD94-C10F-708E7CED27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02B8CE-55D8-ABAD-DC84-9B11160569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FBB64-26E9-1057-091B-AEB68CFFB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547BA-08F6-464C-9281-42B0D4E263CD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3B13D-2702-D527-1669-D922B8C6E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34423-4A3C-24AD-E7C1-0719602A5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A4F9D-5103-3F45-B5DD-413234CBD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98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360F-79E8-9C97-6581-632CA2D64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70A2F-73F1-344E-C621-2C3847B21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BCB69-A0F3-ABF9-A318-6E4A76E33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547BA-08F6-464C-9281-42B0D4E263CD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F7D9A-C2E3-DC7A-30F7-0707D8AE7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F9367-E80C-9125-E38D-CE9869A78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A4F9D-5103-3F45-B5DD-413234CBD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952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21306-BE8D-D5CA-9295-CFDF5CBFE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C7AB10-3CF3-54B6-90E7-80D27DBC3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6A53C-A799-FEED-148C-327BD328B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547BA-08F6-464C-9281-42B0D4E263CD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78242-FA61-FB55-9949-700337DEB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BE72B-BCB5-60C8-CB71-BD57566F7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A4F9D-5103-3F45-B5DD-413234CBD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163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3EB75-B54D-82A1-2FE7-5C883FEE7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D3999-C38E-8746-D7D4-14B82FFF97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0FD448-9E62-F0B9-1DF3-32DFE447C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A3154E-094D-7364-DB90-68A9C22FB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547BA-08F6-464C-9281-42B0D4E263CD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C60DFE-D0E3-D9F6-1D45-8D8E13871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C9C07A-54D5-BDCD-F6E6-AA56CBE57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A4F9D-5103-3F45-B5DD-413234CBD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23B16-1CCC-6E21-A9E3-83D23C07A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FC251-9DAE-9BAA-6360-73BB31016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1999EE-62C3-5543-F067-D46EB32CFF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495569-2ED7-049A-C6A3-B0BA450A4A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B5E1B5-1C26-D82D-B982-CF800F0749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D92DCD-ED00-CCD2-4EB4-F15B1B266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547BA-08F6-464C-9281-42B0D4E263CD}" type="datetimeFigureOut">
              <a:rPr lang="en-US" smtClean="0"/>
              <a:t>8/31/26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D6FF93-F02A-24B4-34E1-76725AAF0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CF03E5-CBEB-FC28-3F30-DC9BF096B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A4F9D-5103-3F45-B5DD-413234CBD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072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97A06-3484-4E43-41A5-082358AF2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8CA6B6-9205-1EA8-C2FD-481498564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547BA-08F6-464C-9281-42B0D4E263CD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A5BEAB-6B18-5796-6FD0-9BEB3FBAA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EC2CE3-E021-3765-2174-966FC7937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A4F9D-5103-3F45-B5DD-413234CBD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694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CB1892-0515-6AA1-9DB4-6D604BEBB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547BA-08F6-464C-9281-42B0D4E263CD}" type="datetimeFigureOut">
              <a:rPr lang="en-US" smtClean="0"/>
              <a:t>8/31/26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8D2532-40A9-B542-80FA-65DE91233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C445E-AB3A-5A5E-70F9-5ABEE5F3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A4F9D-5103-3F45-B5DD-413234CBD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050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FC780-DFA4-2F28-580E-8974F42F3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E845E-5A70-F646-A54B-08624FD82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33B6F2-CDA8-9509-50BA-371CE4EC6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CC5A58-EFAE-47D7-52BD-99A1CC055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547BA-08F6-464C-9281-42B0D4E263CD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9AD135-96EF-2C12-71BD-77B387F4F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70F84A-3979-D6DB-5643-0AE376B9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A4F9D-5103-3F45-B5DD-413234CBD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419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3C675-8BA5-68A0-1C15-2510EDE52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2C4D4B-D61D-1D56-46BC-70A317E0EE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19850E-2F4E-ADFB-AE59-F7C87C2F8A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B9B3D9-3899-E6E3-9F7D-C3BAF37DA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547BA-08F6-464C-9281-42B0D4E263CD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DDF86D-AC4C-0140-A973-08DEA17B1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48843-2468-2D5A-C84F-A8972655C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A4F9D-5103-3F45-B5DD-413234CBD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285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4CBE8-2DD9-1E69-BBA1-C8BDF267C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7AB683-20B6-AA0C-F7B2-A5CE0B8931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A4892-183D-C072-D906-B9731C699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547BA-08F6-464C-9281-42B0D4E263CD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683F3-091D-AC21-4ADF-15DDDE065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CBDC3-8A39-0420-6D84-38BCF05C3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A4F9D-5103-3F45-B5DD-413234CBD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918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C51165-7341-86DE-9AE4-A4C40293E0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39A771-FBF3-36B5-2EAC-F588B6D94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E7B97-EEDB-2BD1-1CA7-FB6A93802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547BA-08F6-464C-9281-42B0D4E263CD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95569-B2AE-C917-C36E-03A6221E9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F6306-8CEC-20E1-FEE8-94210D10D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A4F9D-5103-3F45-B5DD-413234CBD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923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0B02B7-CD24-F831-5B2E-735D53968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88C931-B993-8053-0461-7B4BA49CB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8A412-26AA-682D-92B4-AE64B6B6CD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547BA-08F6-464C-9281-42B0D4E263CD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524C-7CFF-D7EC-C662-00D9DF06D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89F1D-E3FA-F0D7-5936-6248BC767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5A4F9D-5103-3F45-B5DD-413234CBD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716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FC8107-BC4E-14DF-E808-086CEAF73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343" y="0"/>
            <a:ext cx="3346523" cy="38618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018719-888B-290A-58E3-F70EA984E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2851" y="27367"/>
            <a:ext cx="3247297" cy="37546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76E390-D3DD-3B15-1CCF-F982A695E7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598" y="3118591"/>
            <a:ext cx="3235579" cy="37343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2BFA34-6D81-E169-140A-49F33D68532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7254" t="-162" r="25722" b="-4151"/>
          <a:stretch>
            <a:fillRect/>
          </a:stretch>
        </p:blipFill>
        <p:spPr>
          <a:xfrm>
            <a:off x="7948139" y="3005040"/>
            <a:ext cx="3631999" cy="40284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FE20FE-5E5C-E096-9309-1B0BB39F6A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6032" y="3123608"/>
            <a:ext cx="3247297" cy="3734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729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Oberman, H.I. (Hanne)</dc:creator>
  <cp:lastModifiedBy>Oberman, H.I. (Hanne)</cp:lastModifiedBy>
  <cp:revision>1</cp:revision>
  <dcterms:created xsi:type="dcterms:W3CDTF">2026-08-31T20:49:58Z</dcterms:created>
  <dcterms:modified xsi:type="dcterms:W3CDTF">2026-08-31T20:55:39Z</dcterms:modified>
</cp:coreProperties>
</file>