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64"/>
    <p:restoredTop sz="50242"/>
  </p:normalViewPr>
  <p:slideViewPr>
    <p:cSldViewPr snapToGrid="0">
      <p:cViewPr varScale="1">
        <p:scale>
          <a:sx n="107" d="100"/>
          <a:sy n="107" d="100"/>
        </p:scale>
        <p:origin x="5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BE2C0-33B7-AC4F-9E2B-929CD55CFDCF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F5BA0-C302-BD41-9F4A-2DB0F8BE1E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3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 PhD 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basiskwalificatie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proefschrift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bekwaamheid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bewijs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zelfstandig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projectmanagement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onderwijs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geven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onderwijs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volgen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samenwerkingen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aangaan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onderhouden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leren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schrijven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leren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presenteren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impact, open science,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wetenschapscommunicatie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geval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 science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ambassadeur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software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ontwikkelaar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allemaal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invloed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weerspiegeld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proefschrift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promotor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verwachtte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namelijk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klassiek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proefschrift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4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wetenschappelijk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artiekelen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liefst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gepeerreviewd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norm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vakgebied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wetenschappelijke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hoogleraar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geworden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maar: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proefschrift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bekwaamheid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volwaardige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reflectie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kantelpunt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 was het moment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waarop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bewust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andere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aanpak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concreet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frustratie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behoefte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je zag,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laten. Dat moment is het hart van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verhaal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 De impact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profiteerde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alternatieve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output? Op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manier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klassiek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artikel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nooit had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kunnen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bereiken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Noem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specifieke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groep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community,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beleidsmaker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buurtbewoner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bieden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paper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drempel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maakte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onnodig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moeilijk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veranderen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F5BA0-C302-BD41-9F4A-2DB0F8BE1E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89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840BA-9A5E-6786-7181-6A4D6A06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D5656-08D7-B4EB-1BAE-1FF44B9F5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90606-7BFC-CE5E-FA87-BE4DC3742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kantelpunt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 was het moment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waarop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bewust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andere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aanpak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concreet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frustratie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behoefte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je zag,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laten. Dat moment is het hart van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verhaal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 De impact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profiteerde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alternatieve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output? Op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manier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klassiek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artikel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nooit had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kunnen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bereiken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Noem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specifieke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groep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community,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beleidsmaker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buurtbewoner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bieden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paper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drempel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maakte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onnodig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moeilijk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veranderen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A669F-2A35-FCA1-D452-C6A64229B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F5BA0-C302-BD41-9F4A-2DB0F8BE1E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80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5783-AC16-84BF-D37C-6CC4DBEF2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E7008-8E4D-B5D6-4A4B-4E0D34E71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7D774-02C1-7CB7-4A8F-8552A7CA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2763D-1286-94EB-E28E-B14C4E1B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BB91A-32F0-351E-00ED-72A2B7A92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4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B60CB-8A20-651A-13F9-92245BC6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AB010-457E-44F9-3806-23451A539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E1AB4-8FA1-32D3-3887-43DE229A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6C23D-4004-2F5C-B5FE-4D851157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A02B2-E2B1-C228-179F-4B1D540D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02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9974-08E8-56A4-8E00-86731E5C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7A2E0-EF8B-6DE4-89A6-174FE9BD7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FD065-2091-8319-6AF0-A86092D3F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D551E-97EF-5254-62AE-95C5FB48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F2E5D-E2D3-BAFE-4065-7615BB57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5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4D80-90AB-4AC4-DF5D-FB2C4474F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47067-F0CC-3D53-BF52-8C9DD21AC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82EF3-628C-643E-506E-966EA47EF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ADA3E-C1FD-AA04-F4A0-13495DC1E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CEE08-D774-6608-3503-F5D3451B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E48EF-C93A-D841-1774-EDFEDD0C6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2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A6D5A-0995-29AE-1B2F-E245472CE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EBBD8-D734-F380-6CF7-117656641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84DA7-22B7-494E-ECD1-EA7DD6899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A8B116-5C4F-FE4C-068B-89369274F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506FB-90EB-A109-AA1A-888CA8838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2F8266-BC33-B939-68BE-76890FD5F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D1507C-95FC-5A4A-28F6-4BF26F1B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EBB618-2E7C-0CB0-106C-BAD87A8FD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23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9B338-80A4-EA06-E34A-3578558D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6E6102-3E25-36CE-B14C-D00D937C7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50C16-ED7E-220A-0D04-9235C698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F8573-BE97-ABE0-2941-0701864A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8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F1825F-7340-C920-2BC0-EC716F8E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0659DE-A380-918C-92C5-FD7283A2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0E9D1-EE97-EF0E-1B7C-282C85C28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B028-F4AE-297D-9D1F-7A30C30C5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607A3-4310-E95E-8FB4-2F603EDB5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CCCEC-BDF7-C02A-B779-719BE35B1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456C7-5031-F168-91FE-8EFE09DA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732BB-F6E7-9966-57C4-67D3E322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69435-8B04-7F19-9803-B467B2B8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54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56EE-7C42-A062-728B-35BEC73B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330A4E-292A-1A02-1452-EEE92E4E7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1C6B4-5855-A55B-AC00-FBEB26909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10558-1E62-9F01-34C6-BB70D9AB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8DBB3-16AA-7820-1BC1-B01BAE171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635DB-5811-2DD4-A526-6B90D90AB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8B26-CAB3-E53C-5EBF-D840DA8F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693AA-BA55-081F-B145-BC0CE3FF5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C5D49-6BBD-310F-C453-4F98A3C6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8F367-41E7-4411-270F-0707562D0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69E46-D964-5E4E-1CBD-9968FB57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11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3A0744-D449-7723-DF14-5DE0295ED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564CB-FDDB-C565-E26B-6B1988747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C81A6-2096-6725-DF8E-5CA0EE94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BBBD5-42CB-1903-3F82-7AE142D1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CF115-52AC-105E-A613-4F9DF87C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7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E47E49-C0AB-9AF8-2ABC-65B34B97D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5B6F2-3CAA-D832-FEEA-E9EB4AD77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10C94-AD11-0A24-E7B6-8627FF7F4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5C8E4-ECE4-674C-B575-60485A5BB935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F290-F740-02E4-D4D1-5F5683BC0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7DEEE-4AA9-0B4B-2F62-DB94CFB05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50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gif"/><Relationship Id="rId21" Type="http://schemas.openxmlformats.org/officeDocument/2006/relationships/image" Target="../media/image19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gif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gif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CAAF5E2-DF14-39F9-1DAD-07AB783E6B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6098"/>
          <a:stretch>
            <a:fillRect/>
          </a:stretch>
        </p:blipFill>
        <p:spPr>
          <a:xfrm>
            <a:off x="4837373" y="3475720"/>
            <a:ext cx="1200647" cy="3382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78C743-8241-A7EC-BB14-13188CE9F81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b="12242"/>
          <a:stretch>
            <a:fillRect/>
          </a:stretch>
        </p:blipFill>
        <p:spPr>
          <a:xfrm>
            <a:off x="4819316" y="3601940"/>
            <a:ext cx="1236759" cy="32560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749A73-899C-DB99-490B-A6A48332F6B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5196" y="1143000"/>
            <a:ext cx="1905000" cy="5715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A5583A-9B92-6DA8-A353-CDF3DDDA24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08627" y="3744131"/>
            <a:ext cx="2382326" cy="7963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93D60DF-969F-4A09-4378-37E9E59B09C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4860"/>
          <a:stretch>
            <a:fillRect/>
          </a:stretch>
        </p:blipFill>
        <p:spPr>
          <a:xfrm>
            <a:off x="111095" y="77031"/>
            <a:ext cx="1375873" cy="482600"/>
          </a:xfrm>
          <a:prstGeom prst="rect">
            <a:avLst/>
          </a:prstGeom>
        </p:spPr>
      </p:pic>
      <p:pic>
        <p:nvPicPr>
          <p:cNvPr id="20" name="Picture 19" descr="MICE_sticker_SMALL.png">
            <a:extLst>
              <a:ext uri="{FF2B5EF4-FFF2-40B4-BE49-F238E27FC236}">
                <a16:creationId xmlns:a16="http://schemas.microsoft.com/office/drawing/2014/main" id="{F2F28B5B-E8A1-4A3C-2CCF-FC5007C79C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35034" y="961844"/>
            <a:ext cx="1266740" cy="1470707"/>
          </a:xfrm>
          <a:prstGeom prst="rect">
            <a:avLst/>
          </a:prstGeom>
        </p:spPr>
      </p:pic>
      <p:pic>
        <p:nvPicPr>
          <p:cNvPr id="21" name="Picture 20" descr="logo.png">
            <a:extLst>
              <a:ext uri="{FF2B5EF4-FFF2-40B4-BE49-F238E27FC236}">
                <a16:creationId xmlns:a16="http://schemas.microsoft.com/office/drawing/2014/main" id="{57489934-1D00-C93B-0DBB-6591CC8324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68404" y="2047889"/>
            <a:ext cx="1266740" cy="14673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49A5F4E-F4B5-52B6-C467-B9396C44B5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99790" y="961843"/>
            <a:ext cx="1470707" cy="1470707"/>
          </a:xfrm>
          <a:prstGeom prst="rect">
            <a:avLst/>
          </a:prstGeom>
        </p:spPr>
      </p:pic>
      <p:pic>
        <p:nvPicPr>
          <p:cNvPr id="24" name="Graphic 23" descr="Research with solid fill">
            <a:extLst>
              <a:ext uri="{FF2B5EF4-FFF2-40B4-BE49-F238E27FC236}">
                <a16:creationId xmlns:a16="http://schemas.microsoft.com/office/drawing/2014/main" id="{51ECBE1B-D40B-21CB-D9C7-708A01FBAF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18739" y="1581724"/>
            <a:ext cx="914400" cy="914400"/>
          </a:xfrm>
          <a:prstGeom prst="rect">
            <a:avLst/>
          </a:prstGeom>
        </p:spPr>
      </p:pic>
      <p:pic>
        <p:nvPicPr>
          <p:cNvPr id="27" name="Graphic 26" descr="Teacher with solid fill">
            <a:extLst>
              <a:ext uri="{FF2B5EF4-FFF2-40B4-BE49-F238E27FC236}">
                <a16:creationId xmlns:a16="http://schemas.microsoft.com/office/drawing/2014/main" id="{5A4B8B6F-27CC-265C-77DA-8B9F9FE27B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18739" y="5217724"/>
            <a:ext cx="914400" cy="914400"/>
          </a:xfrm>
          <a:prstGeom prst="rect">
            <a:avLst/>
          </a:prstGeom>
        </p:spPr>
      </p:pic>
      <p:pic>
        <p:nvPicPr>
          <p:cNvPr id="29" name="Graphic 28" descr="Document with solid fill">
            <a:extLst>
              <a:ext uri="{FF2B5EF4-FFF2-40B4-BE49-F238E27FC236}">
                <a16:creationId xmlns:a16="http://schemas.microsoft.com/office/drawing/2014/main" id="{D1F8F495-867A-75A7-08E6-887E10BEA0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56917" y="3399724"/>
            <a:ext cx="914400" cy="914400"/>
          </a:xfrm>
          <a:prstGeom prst="rect">
            <a:avLst/>
          </a:prstGeom>
        </p:spPr>
      </p:pic>
      <p:pic>
        <p:nvPicPr>
          <p:cNvPr id="31" name="Graphic 30" descr="Classroom with solid fill">
            <a:extLst>
              <a:ext uri="{FF2B5EF4-FFF2-40B4-BE49-F238E27FC236}">
                <a16:creationId xmlns:a16="http://schemas.microsoft.com/office/drawing/2014/main" id="{715E2FF7-F0BF-6822-7B3D-4E94611E5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27673" y="653084"/>
            <a:ext cx="914400" cy="914400"/>
          </a:xfrm>
          <a:prstGeom prst="rect">
            <a:avLst/>
          </a:prstGeom>
        </p:spPr>
      </p:pic>
      <p:pic>
        <p:nvPicPr>
          <p:cNvPr id="33" name="Graphic 32" descr="Programmer male with solid fill">
            <a:extLst>
              <a:ext uri="{FF2B5EF4-FFF2-40B4-BE49-F238E27FC236}">
                <a16:creationId xmlns:a16="http://schemas.microsoft.com/office/drawing/2014/main" id="{C411AB81-38BA-CB61-EEAF-C8E854E759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25288" y="5097877"/>
            <a:ext cx="914400" cy="914400"/>
          </a:xfrm>
          <a:prstGeom prst="rect">
            <a:avLst/>
          </a:prstGeom>
        </p:spPr>
      </p:pic>
      <p:pic>
        <p:nvPicPr>
          <p:cNvPr id="35" name="Graphic 34" descr="Unlock with solid fill">
            <a:extLst>
              <a:ext uri="{FF2B5EF4-FFF2-40B4-BE49-F238E27FC236}">
                <a16:creationId xmlns:a16="http://schemas.microsoft.com/office/drawing/2014/main" id="{61F801B7-4410-3C52-F331-8A1640D614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45628" y="5097877"/>
            <a:ext cx="914400" cy="914400"/>
          </a:xfrm>
          <a:prstGeom prst="rect">
            <a:avLst/>
          </a:prstGeom>
        </p:spPr>
      </p:pic>
      <p:pic>
        <p:nvPicPr>
          <p:cNvPr id="37" name="Graphic 36" descr="Meeting with solid fill">
            <a:extLst>
              <a:ext uri="{FF2B5EF4-FFF2-40B4-BE49-F238E27FC236}">
                <a16:creationId xmlns:a16="http://schemas.microsoft.com/office/drawing/2014/main" id="{A10F4331-B9BD-D263-7E8C-84443EF33B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14491" y="638240"/>
            <a:ext cx="914400" cy="914400"/>
          </a:xfrm>
          <a:prstGeom prst="rect">
            <a:avLst/>
          </a:prstGeom>
        </p:spPr>
      </p:pic>
      <p:pic>
        <p:nvPicPr>
          <p:cNvPr id="39" name="Graphic 38" descr="Clipboard with solid fill">
            <a:extLst>
              <a:ext uri="{FF2B5EF4-FFF2-40B4-BE49-F238E27FC236}">
                <a16:creationId xmlns:a16="http://schemas.microsoft.com/office/drawing/2014/main" id="{675DA8B9-3412-AD4F-C32E-AD2CF33161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046086" y="1938392"/>
            <a:ext cx="914400" cy="914400"/>
          </a:xfrm>
          <a:prstGeom prst="rect">
            <a:avLst/>
          </a:prstGeom>
        </p:spPr>
      </p:pic>
      <p:pic>
        <p:nvPicPr>
          <p:cNvPr id="41" name="Graphic 40" descr="Boardroom with solid fill">
            <a:extLst>
              <a:ext uri="{FF2B5EF4-FFF2-40B4-BE49-F238E27FC236}">
                <a16:creationId xmlns:a16="http://schemas.microsoft.com/office/drawing/2014/main" id="{86EDC0D4-8BC8-2E00-51AB-588747566E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4322350" y="5008910"/>
            <a:ext cx="914400" cy="914400"/>
          </a:xfrm>
          <a:prstGeom prst="rect">
            <a:avLst/>
          </a:prstGeom>
        </p:spPr>
      </p:pic>
      <p:pic>
        <p:nvPicPr>
          <p:cNvPr id="43" name="Graphic 42" descr="Chat with solid fill">
            <a:extLst>
              <a:ext uri="{FF2B5EF4-FFF2-40B4-BE49-F238E27FC236}">
                <a16:creationId xmlns:a16="http://schemas.microsoft.com/office/drawing/2014/main" id="{BC812063-579F-8E9D-6CF2-683E771FFB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008481" y="3601940"/>
            <a:ext cx="914400" cy="914400"/>
          </a:xfrm>
          <a:prstGeom prst="rect">
            <a:avLst/>
          </a:prstGeom>
        </p:spPr>
      </p:pic>
      <p:pic>
        <p:nvPicPr>
          <p:cNvPr id="45" name="Graphic 44" descr="Remote work with solid fill">
            <a:extLst>
              <a:ext uri="{FF2B5EF4-FFF2-40B4-BE49-F238E27FC236}">
                <a16:creationId xmlns:a16="http://schemas.microsoft.com/office/drawing/2014/main" id="{EC7ACA16-F86D-C77F-397E-81A5D13072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714491" y="3502244"/>
            <a:ext cx="914400" cy="914400"/>
          </a:xfrm>
          <a:prstGeom prst="rect">
            <a:avLst/>
          </a:prstGeom>
        </p:spPr>
      </p:pic>
      <p:pic>
        <p:nvPicPr>
          <p:cNvPr id="47" name="Graphic 46" descr="Users with solid fill">
            <a:extLst>
              <a:ext uri="{FF2B5EF4-FFF2-40B4-BE49-F238E27FC236}">
                <a16:creationId xmlns:a16="http://schemas.microsoft.com/office/drawing/2014/main" id="{2CF16285-4530-AC6A-DFEE-350A5A5A11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5876553" y="5017176"/>
            <a:ext cx="914400" cy="914400"/>
          </a:xfrm>
          <a:prstGeom prst="rect">
            <a:avLst/>
          </a:prstGeom>
        </p:spPr>
      </p:pic>
      <p:pic>
        <p:nvPicPr>
          <p:cNvPr id="49" name="Graphic 48" descr="Storytelling with solid fill">
            <a:extLst>
              <a:ext uri="{FF2B5EF4-FFF2-40B4-BE49-F238E27FC236}">
                <a16:creationId xmlns:a16="http://schemas.microsoft.com/office/drawing/2014/main" id="{AC10DE5A-E2BF-C79B-A604-730CAF2B44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760941" y="190760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8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4E949-601A-8456-C908-46D122270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losed book with solid fill">
            <a:extLst>
              <a:ext uri="{FF2B5EF4-FFF2-40B4-BE49-F238E27FC236}">
                <a16:creationId xmlns:a16="http://schemas.microsoft.com/office/drawing/2014/main" id="{3A77E279-5B65-BF2C-0F16-8C3A91B9AB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7610" y="2688771"/>
            <a:ext cx="3619995" cy="361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58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147</TotalTime>
  <Words>370</Words>
  <Application>Microsoft Macintosh PowerPoint</Application>
  <PresentationFormat>Widescreen</PresentationFormat>
  <Paragraphs>44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Oberman, H.I. (Hanne)</dc:creator>
  <cp:lastModifiedBy>Oberman, H.I. (Hanne)</cp:lastModifiedBy>
  <cp:revision>4</cp:revision>
  <dcterms:created xsi:type="dcterms:W3CDTF">2026-06-11T12:46:15Z</dcterms:created>
  <dcterms:modified xsi:type="dcterms:W3CDTF">2026-06-11T15:14:04Z</dcterms:modified>
</cp:coreProperties>
</file>