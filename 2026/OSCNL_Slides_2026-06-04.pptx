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20104100" cy="11309350"/>
  <p:notesSz cx="20104100" cy="11309350"/>
  <p:defaultTextStyle>
    <a:defPPr>
      <a:defRPr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>
      <p:cViewPr varScale="1">
        <p:scale>
          <a:sx n="63" d="100"/>
          <a:sy n="63" d="100"/>
        </p:scale>
        <p:origin x="224" y="53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CDA508-8234-C6D0-EB26-74DEA4886CC7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CB3E3-1595-0C19-22F3-84E0236722D7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0D381A-4E15-6B9C-4A59-362FEA9E10FD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51025B-ABA3-35DF-E574-545C33AF13CE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C6A30-AEFA-3E09-348E-3B5699ED1235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5673B0-93D0-FFC8-7516-FEABC79AD014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970147-87EF-52D2-9495-04AF6433D0DE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DFB9CA-269B-F2BA-1EAC-128411C90298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D922ED-8912-1D31-2120-C5FDCA57A08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484893" name="Holder 2"/>
          <p:cNvSpPr>
            <a:spLocks noGrp="1"/>
          </p:cNvSpPr>
          <p:nvPr>
            <p:ph type="ctrTitle"/>
          </p:nvPr>
        </p:nvSpPr>
        <p:spPr bwMode="auto">
          <a:xfrm>
            <a:off x="4981912" y="891052"/>
            <a:ext cx="3992879" cy="8045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4494483" name="Holder 3"/>
          <p:cNvSpPr>
            <a:spLocks noGrp="1"/>
          </p:cNvSpPr>
          <p:nvPr>
            <p:ph type="subTitle" idx="4"/>
          </p:nvPr>
        </p:nvSpPr>
        <p:spPr bwMode="auto"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124315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>
              <a:defRPr sz="1950" b="0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  <a:defRPr/>
            </a:pPr>
            <a:r>
              <a:t>SHAPING</a:t>
            </a:r>
            <a:r>
              <a:rPr spc="-65"/>
              <a:t> </a:t>
            </a:r>
            <a:r>
              <a:t>CULTURAL</a:t>
            </a:r>
            <a:r>
              <a:rPr spc="-65"/>
              <a:t> </a:t>
            </a:r>
            <a:r>
              <a:t>CHANGE</a:t>
            </a:r>
            <a:r>
              <a:rPr spc="-60"/>
              <a:t> </a:t>
            </a:r>
            <a:r>
              <a:rPr spc="-25"/>
              <a:t>TOGETHER</a:t>
            </a:r>
            <a:endParaRPr/>
          </a:p>
        </p:txBody>
      </p:sp>
      <p:sp>
        <p:nvSpPr>
          <p:cNvPr id="93490156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6/4/26</a:t>
            </a:fld>
            <a:endParaRPr lang="en-US"/>
          </a:p>
        </p:txBody>
      </p:sp>
      <p:sp>
        <p:nvSpPr>
          <p:cNvPr id="182631107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092555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6209235" y="992710"/>
            <a:ext cx="8209174" cy="5569280"/>
          </a:xfrm>
          <a:prstGeom prst="rect">
            <a:avLst/>
          </a:prstGeom>
        </p:spPr>
      </p:pic>
      <p:sp>
        <p:nvSpPr>
          <p:cNvPr id="399458709" name="bg object 17"/>
          <p:cNvSpPr/>
          <p:nvPr/>
        </p:nvSpPr>
        <p:spPr bwMode="auto">
          <a:xfrm>
            <a:off x="5511688" y="6043598"/>
            <a:ext cx="1442085" cy="0"/>
          </a:xfrm>
          <a:custGeom>
            <a:avLst/>
            <a:gdLst/>
            <a:ahLst/>
            <a:cxnLst/>
            <a:rect l="l" t="t" r="r" b="b"/>
            <a:pathLst>
              <a:path w="1442084" extrusionOk="0">
                <a:moveTo>
                  <a:pt x="0" y="0"/>
                </a:moveTo>
                <a:lnTo>
                  <a:pt x="1441600" y="0"/>
                </a:lnTo>
              </a:path>
            </a:pathLst>
          </a:custGeom>
          <a:ln w="31412">
            <a:solidFill>
              <a:srgbClr val="636363"/>
            </a:solidFill>
            <a:prstDash val="dot"/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40083516" name="bg object 18"/>
          <p:cNvSpPr/>
          <p:nvPr/>
        </p:nvSpPr>
        <p:spPr bwMode="auto">
          <a:xfrm>
            <a:off x="6984080" y="6027891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 extrusionOk="0">
                <a:moveTo>
                  <a:pt x="0" y="15706"/>
                </a:moveTo>
                <a:lnTo>
                  <a:pt x="4600" y="4600"/>
                </a:lnTo>
                <a:lnTo>
                  <a:pt x="15706" y="0"/>
                </a:lnTo>
                <a:lnTo>
                  <a:pt x="26812" y="4600"/>
                </a:lnTo>
                <a:lnTo>
                  <a:pt x="31412" y="15706"/>
                </a:lnTo>
                <a:lnTo>
                  <a:pt x="26812" y="26812"/>
                </a:lnTo>
                <a:lnTo>
                  <a:pt x="15706" y="31412"/>
                </a:lnTo>
                <a:lnTo>
                  <a:pt x="4600" y="26812"/>
                </a:lnTo>
                <a:lnTo>
                  <a:pt x="0" y="15706"/>
                </a:lnTo>
                <a:close/>
              </a:path>
            </a:pathLst>
          </a:custGeom>
          <a:solidFill>
            <a:srgbClr val="636363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64105757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3333962" name="Holder 3"/>
          <p:cNvSpPr>
            <a:spLocks noGrp="1"/>
          </p:cNvSpPr>
          <p:nvPr>
            <p:ph type="body" idx="1"/>
          </p:nvPr>
        </p:nvSpPr>
        <p:spPr bwMode="auto"/>
        <p:txBody>
          <a:bodyPr lIns="0" tIns="0" rIns="0" bIns="0"/>
          <a:lstStyle>
            <a:lvl1pPr>
              <a:defRPr sz="34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569206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>
              <a:defRPr sz="1950" b="0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  <a:defRPr/>
            </a:pPr>
            <a:r>
              <a:t>SHAPING</a:t>
            </a:r>
            <a:r>
              <a:rPr spc="-65"/>
              <a:t> </a:t>
            </a:r>
            <a:r>
              <a:t>CULTURAL</a:t>
            </a:r>
            <a:r>
              <a:rPr spc="-65"/>
              <a:t> </a:t>
            </a:r>
            <a:r>
              <a:t>CHANGE</a:t>
            </a:r>
            <a:r>
              <a:rPr spc="-60"/>
              <a:t> </a:t>
            </a:r>
            <a:r>
              <a:rPr spc="-25"/>
              <a:t>TOGETHER</a:t>
            </a:r>
            <a:endParaRPr/>
          </a:p>
        </p:txBody>
      </p:sp>
      <p:sp>
        <p:nvSpPr>
          <p:cNvPr id="154502226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6/4/26</a:t>
            </a:fld>
            <a:endParaRPr lang="en-US"/>
          </a:p>
        </p:txBody>
      </p:sp>
      <p:sp>
        <p:nvSpPr>
          <p:cNvPr id="101253108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234697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81692203" name="Holder 3"/>
          <p:cNvSpPr>
            <a:spLocks noGrp="1"/>
          </p:cNvSpPr>
          <p:nvPr>
            <p:ph sz="half" idx="2"/>
          </p:nvPr>
        </p:nvSpPr>
        <p:spPr bwMode="auto"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72323081" name="Holder 4"/>
          <p:cNvSpPr>
            <a:spLocks noGrp="1"/>
          </p:cNvSpPr>
          <p:nvPr>
            <p:ph sz="half" idx="3"/>
          </p:nvPr>
        </p:nvSpPr>
        <p:spPr bwMode="auto"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0045347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>
              <a:defRPr sz="1950" b="0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  <a:defRPr/>
            </a:pPr>
            <a:r>
              <a:t>SHAPING</a:t>
            </a:r>
            <a:r>
              <a:rPr spc="-65"/>
              <a:t> </a:t>
            </a:r>
            <a:r>
              <a:t>CULTURAL</a:t>
            </a:r>
            <a:r>
              <a:rPr spc="-65"/>
              <a:t> </a:t>
            </a:r>
            <a:r>
              <a:t>CHANGE</a:t>
            </a:r>
            <a:r>
              <a:rPr spc="-60"/>
              <a:t> </a:t>
            </a:r>
            <a:r>
              <a:rPr spc="-25"/>
              <a:t>TOGETHER</a:t>
            </a:r>
            <a:endParaRPr/>
          </a:p>
        </p:txBody>
      </p:sp>
      <p:sp>
        <p:nvSpPr>
          <p:cNvPr id="83029983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6/4/26</a:t>
            </a:fld>
            <a:endParaRPr lang="en-US"/>
          </a:p>
        </p:txBody>
      </p:sp>
      <p:sp>
        <p:nvSpPr>
          <p:cNvPr id="9119834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513400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556901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>
              <a:defRPr sz="1950" b="0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  <a:defRPr/>
            </a:pPr>
            <a:r>
              <a:t>SHAPING</a:t>
            </a:r>
            <a:r>
              <a:rPr spc="-65"/>
              <a:t> </a:t>
            </a:r>
            <a:r>
              <a:t>CULTURAL</a:t>
            </a:r>
            <a:r>
              <a:rPr spc="-65"/>
              <a:t> </a:t>
            </a:r>
            <a:r>
              <a:t>CHANGE</a:t>
            </a:r>
            <a:r>
              <a:rPr spc="-60"/>
              <a:t> </a:t>
            </a:r>
            <a:r>
              <a:rPr spc="-25"/>
              <a:t>TOGETHER</a:t>
            </a:r>
            <a:endParaRPr/>
          </a:p>
        </p:txBody>
      </p:sp>
      <p:sp>
        <p:nvSpPr>
          <p:cNvPr id="110152743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6/4/26</a:t>
            </a:fld>
            <a:endParaRPr lang="en-US"/>
          </a:p>
        </p:txBody>
      </p:sp>
      <p:sp>
        <p:nvSpPr>
          <p:cNvPr id="114328676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56015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>
              <a:defRPr sz="1950" b="0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  <a:defRPr/>
            </a:pPr>
            <a:r>
              <a:t>SHAPING</a:t>
            </a:r>
            <a:r>
              <a:rPr spc="-65"/>
              <a:t> </a:t>
            </a:r>
            <a:r>
              <a:t>CULTURAL</a:t>
            </a:r>
            <a:r>
              <a:rPr spc="-65"/>
              <a:t> </a:t>
            </a:r>
            <a:r>
              <a:t>CHANGE</a:t>
            </a:r>
            <a:r>
              <a:rPr spc="-60"/>
              <a:t> </a:t>
            </a:r>
            <a:r>
              <a:rPr spc="-25"/>
              <a:t>TOGETHER</a:t>
            </a:r>
            <a:endParaRPr/>
          </a:p>
        </p:txBody>
      </p:sp>
      <p:sp>
        <p:nvSpPr>
          <p:cNvPr id="155216365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6/4/26</a:t>
            </a:fld>
            <a:endParaRPr lang="en-US"/>
          </a:p>
        </p:txBody>
      </p:sp>
      <p:sp>
        <p:nvSpPr>
          <p:cNvPr id="30605483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5563362" name="Holder 2"/>
          <p:cNvSpPr>
            <a:spLocks noGrp="1"/>
          </p:cNvSpPr>
          <p:nvPr>
            <p:ph type="title"/>
          </p:nvPr>
        </p:nvSpPr>
        <p:spPr bwMode="auto">
          <a:xfrm>
            <a:off x="4464746" y="2323061"/>
            <a:ext cx="2764790" cy="4279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35614791" name="Holder 3"/>
          <p:cNvSpPr>
            <a:spLocks noGrp="1"/>
          </p:cNvSpPr>
          <p:nvPr>
            <p:ph type="body" idx="1"/>
          </p:nvPr>
        </p:nvSpPr>
        <p:spPr bwMode="auto">
          <a:xfrm>
            <a:off x="4981911" y="2567969"/>
            <a:ext cx="9169400" cy="5830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402555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981912" y="10311589"/>
            <a:ext cx="5039359" cy="368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  <a:defRPr/>
            </a:pPr>
            <a:r>
              <a:t>SHAPING</a:t>
            </a:r>
            <a:r>
              <a:rPr spc="-65"/>
              <a:t> </a:t>
            </a:r>
            <a:r>
              <a:t>CULTURAL</a:t>
            </a:r>
            <a:r>
              <a:rPr spc="-65"/>
              <a:t> </a:t>
            </a:r>
            <a:r>
              <a:t>CHANGE</a:t>
            </a:r>
            <a:r>
              <a:rPr spc="-60"/>
              <a:t> </a:t>
            </a:r>
            <a:r>
              <a:rPr spc="-25"/>
              <a:t>TOGETHER</a:t>
            </a:r>
            <a:endParaRPr/>
          </a:p>
        </p:txBody>
      </p:sp>
      <p:sp>
        <p:nvSpPr>
          <p:cNvPr id="94873203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6/4/26</a:t>
            </a:fld>
            <a:endParaRPr lang="en-US"/>
          </a:p>
        </p:txBody>
      </p:sp>
      <p:sp>
        <p:nvSpPr>
          <p:cNvPr id="6522927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26" Type="http://schemas.openxmlformats.org/officeDocument/2006/relationships/image" Target="../media/image37.png"/><Relationship Id="rId39" Type="http://schemas.openxmlformats.org/officeDocument/2006/relationships/image" Target="../media/image50.png"/><Relationship Id="rId21" Type="http://schemas.openxmlformats.org/officeDocument/2006/relationships/image" Target="../media/image32.png"/><Relationship Id="rId34" Type="http://schemas.openxmlformats.org/officeDocument/2006/relationships/image" Target="../media/image45.png"/><Relationship Id="rId42" Type="http://schemas.openxmlformats.org/officeDocument/2006/relationships/image" Target="../media/image53.png"/><Relationship Id="rId47" Type="http://schemas.openxmlformats.org/officeDocument/2006/relationships/image" Target="../media/image58.png"/><Relationship Id="rId50" Type="http://schemas.openxmlformats.org/officeDocument/2006/relationships/image" Target="../media/image61.png"/><Relationship Id="rId55" Type="http://schemas.openxmlformats.org/officeDocument/2006/relationships/image" Target="../media/image6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7.png"/><Relationship Id="rId29" Type="http://schemas.openxmlformats.org/officeDocument/2006/relationships/image" Target="../media/image40.png"/><Relationship Id="rId11" Type="http://schemas.openxmlformats.org/officeDocument/2006/relationships/image" Target="../media/image22.png"/><Relationship Id="rId24" Type="http://schemas.openxmlformats.org/officeDocument/2006/relationships/image" Target="../media/image35.png"/><Relationship Id="rId32" Type="http://schemas.openxmlformats.org/officeDocument/2006/relationships/image" Target="../media/image43.png"/><Relationship Id="rId37" Type="http://schemas.openxmlformats.org/officeDocument/2006/relationships/image" Target="../media/image48.png"/><Relationship Id="rId40" Type="http://schemas.openxmlformats.org/officeDocument/2006/relationships/image" Target="../media/image51.png"/><Relationship Id="rId45" Type="http://schemas.openxmlformats.org/officeDocument/2006/relationships/image" Target="../media/image56.png"/><Relationship Id="rId53" Type="http://schemas.openxmlformats.org/officeDocument/2006/relationships/image" Target="../media/image64.png"/><Relationship Id="rId58" Type="http://schemas.openxmlformats.org/officeDocument/2006/relationships/image" Target="../media/image69.png"/><Relationship Id="rId5" Type="http://schemas.openxmlformats.org/officeDocument/2006/relationships/image" Target="../media/image16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Relationship Id="rId27" Type="http://schemas.openxmlformats.org/officeDocument/2006/relationships/image" Target="../media/image38.png"/><Relationship Id="rId30" Type="http://schemas.openxmlformats.org/officeDocument/2006/relationships/image" Target="../media/image41.png"/><Relationship Id="rId35" Type="http://schemas.openxmlformats.org/officeDocument/2006/relationships/image" Target="../media/image46.png"/><Relationship Id="rId43" Type="http://schemas.openxmlformats.org/officeDocument/2006/relationships/image" Target="../media/image54.png"/><Relationship Id="rId48" Type="http://schemas.openxmlformats.org/officeDocument/2006/relationships/image" Target="../media/image59.png"/><Relationship Id="rId56" Type="http://schemas.openxmlformats.org/officeDocument/2006/relationships/image" Target="../media/image67.png"/><Relationship Id="rId8" Type="http://schemas.openxmlformats.org/officeDocument/2006/relationships/image" Target="../media/image19.png"/><Relationship Id="rId51" Type="http://schemas.openxmlformats.org/officeDocument/2006/relationships/image" Target="../media/image62.png"/><Relationship Id="rId3" Type="http://schemas.openxmlformats.org/officeDocument/2006/relationships/hyperlink" Target="http://www.osc-nl.com/" TargetMode="External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33" Type="http://schemas.openxmlformats.org/officeDocument/2006/relationships/image" Target="../media/image44.png"/><Relationship Id="rId38" Type="http://schemas.openxmlformats.org/officeDocument/2006/relationships/image" Target="../media/image49.png"/><Relationship Id="rId46" Type="http://schemas.openxmlformats.org/officeDocument/2006/relationships/image" Target="../media/image57.png"/><Relationship Id="rId59" Type="http://schemas.openxmlformats.org/officeDocument/2006/relationships/image" Target="../media/image8.png"/><Relationship Id="rId20" Type="http://schemas.openxmlformats.org/officeDocument/2006/relationships/image" Target="../media/image31.png"/><Relationship Id="rId41" Type="http://schemas.openxmlformats.org/officeDocument/2006/relationships/image" Target="../media/image52.png"/><Relationship Id="rId54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28" Type="http://schemas.openxmlformats.org/officeDocument/2006/relationships/image" Target="../media/image39.png"/><Relationship Id="rId36" Type="http://schemas.openxmlformats.org/officeDocument/2006/relationships/image" Target="../media/image47.png"/><Relationship Id="rId49" Type="http://schemas.openxmlformats.org/officeDocument/2006/relationships/image" Target="../media/image60.png"/><Relationship Id="rId57" Type="http://schemas.openxmlformats.org/officeDocument/2006/relationships/image" Target="../media/image68.png"/><Relationship Id="rId10" Type="http://schemas.openxmlformats.org/officeDocument/2006/relationships/image" Target="../media/image21.png"/><Relationship Id="rId31" Type="http://schemas.openxmlformats.org/officeDocument/2006/relationships/image" Target="../media/image42.png"/><Relationship Id="rId44" Type="http://schemas.openxmlformats.org/officeDocument/2006/relationships/image" Target="../media/image55.png"/><Relationship Id="rId52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86330915" name="object 2"/>
          <p:cNvGrpSpPr/>
          <p:nvPr/>
        </p:nvGrpSpPr>
        <p:grpSpPr bwMode="auto">
          <a:xfrm>
            <a:off x="0" y="0"/>
            <a:ext cx="20104100" cy="11308715"/>
            <a:chOff x="0" y="0"/>
            <a:chExt cx="20104100" cy="11308715"/>
          </a:xfrm>
        </p:grpSpPr>
        <p:sp>
          <p:nvSpPr>
            <p:cNvPr id="3" name="object 3"/>
            <p:cNvSpPr/>
            <p:nvPr/>
          </p:nvSpPr>
          <p:spPr bwMode="auto">
            <a:xfrm>
              <a:off x="0" y="0"/>
              <a:ext cx="20104100" cy="9173845"/>
            </a:xfrm>
            <a:custGeom>
              <a:avLst/>
              <a:gdLst/>
              <a:ahLst/>
              <a:cxnLst/>
              <a:rect l="l" t="t" r="r" b="b"/>
              <a:pathLst>
                <a:path w="20104100" h="9173845" extrusionOk="0">
                  <a:moveTo>
                    <a:pt x="0" y="9173731"/>
                  </a:moveTo>
                  <a:lnTo>
                    <a:pt x="20104099" y="9173731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9173731"/>
                  </a:lnTo>
                  <a:close/>
                </a:path>
              </a:pathLst>
            </a:custGeom>
            <a:solidFill>
              <a:srgbClr val="EA792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4" name="object 4"/>
            <p:cNvSpPr/>
            <p:nvPr/>
          </p:nvSpPr>
          <p:spPr bwMode="auto">
            <a:xfrm>
              <a:off x="0" y="9173731"/>
              <a:ext cx="20104100" cy="2134870"/>
            </a:xfrm>
            <a:custGeom>
              <a:avLst/>
              <a:gdLst/>
              <a:ahLst/>
              <a:cxnLst/>
              <a:rect l="l" t="t" r="r" b="b"/>
              <a:pathLst>
                <a:path w="20104100" h="2134870" extrusionOk="0">
                  <a:moveTo>
                    <a:pt x="20104099" y="0"/>
                  </a:moveTo>
                  <a:lnTo>
                    <a:pt x="0" y="0"/>
                  </a:lnTo>
                  <a:lnTo>
                    <a:pt x="0" y="2134825"/>
                  </a:lnTo>
                  <a:lnTo>
                    <a:pt x="20104099" y="2134825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339445802" name="object 5"/>
          <p:cNvSpPr txBox="1"/>
          <p:nvPr/>
        </p:nvSpPr>
        <p:spPr bwMode="auto">
          <a:xfrm>
            <a:off x="1235644" y="732451"/>
            <a:ext cx="8804910" cy="7149393"/>
          </a:xfrm>
          <a:prstGeom prst="rect">
            <a:avLst/>
          </a:prstGeom>
        </p:spPr>
        <p:txBody>
          <a:bodyPr vert="horz" wrap="square" lIns="0" tIns="344170" rIns="0" bIns="0" rtlCol="0">
            <a:spAutoFit/>
          </a:bodyPr>
          <a:lstStyle/>
          <a:p>
            <a:pPr marL="12700" marR="5080">
              <a:lnSpc>
                <a:spcPts val="13059"/>
              </a:lnSpc>
              <a:spcBef>
                <a:spcPts val="2710"/>
              </a:spcBef>
              <a:defRPr/>
            </a:pPr>
            <a:r>
              <a:rPr sz="13050" spc="-10">
                <a:solidFill>
                  <a:srgbClr val="FCEBE0"/>
                </a:solidFill>
                <a:latin typeface="Nunito Sans Normal"/>
                <a:cs typeface="Arial"/>
              </a:rPr>
              <a:t>SHAPING CULTURAL CHANGE </a:t>
            </a:r>
            <a:r>
              <a:rPr sz="13050" spc="-465">
                <a:solidFill>
                  <a:srgbClr val="FFFFFF"/>
                </a:solidFill>
                <a:latin typeface="Nunito Sans Normal"/>
                <a:cs typeface="Arial"/>
              </a:rPr>
              <a:t>TOGETHER</a:t>
            </a:r>
            <a:endParaRPr sz="13050">
              <a:latin typeface="Nunito Sans Normal"/>
              <a:cs typeface="Arial"/>
            </a:endParaRPr>
          </a:p>
        </p:txBody>
      </p:sp>
      <p:grpSp>
        <p:nvGrpSpPr>
          <p:cNvPr id="1539229720" name="object 6"/>
          <p:cNvGrpSpPr/>
          <p:nvPr/>
        </p:nvGrpSpPr>
        <p:grpSpPr bwMode="auto">
          <a:xfrm>
            <a:off x="1373996" y="827535"/>
            <a:ext cx="17905730" cy="9878060"/>
            <a:chOff x="1373996" y="827535"/>
            <a:chExt cx="17905730" cy="9878060"/>
          </a:xfrm>
        </p:grpSpPr>
        <p:pic>
          <p:nvPicPr>
            <p:cNvPr id="7" name="object 7"/>
            <p:cNvPicPr/>
            <p:nvPr/>
          </p:nvPicPr>
          <p:blipFill rotWithShape="1">
            <a:blip r:embed="rId3"/>
            <a:stretch/>
          </p:blipFill>
          <p:spPr bwMode="auto">
            <a:xfrm>
              <a:off x="11873983" y="827535"/>
              <a:ext cx="7405533" cy="834619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 bwMode="auto">
            <a:xfrm>
              <a:off x="3868212" y="9664723"/>
              <a:ext cx="1319530" cy="792480"/>
            </a:xfrm>
            <a:custGeom>
              <a:avLst/>
              <a:gdLst/>
              <a:ahLst/>
              <a:cxnLst/>
              <a:rect l="l" t="t" r="r" b="b"/>
              <a:pathLst>
                <a:path w="1319529" h="792479" extrusionOk="0">
                  <a:moveTo>
                    <a:pt x="70772" y="0"/>
                  </a:moveTo>
                  <a:lnTo>
                    <a:pt x="0" y="0"/>
                  </a:lnTo>
                  <a:lnTo>
                    <a:pt x="0" y="792038"/>
                  </a:lnTo>
                  <a:lnTo>
                    <a:pt x="86499" y="792038"/>
                  </a:lnTo>
                  <a:lnTo>
                    <a:pt x="86499" y="155042"/>
                  </a:lnTo>
                  <a:lnTo>
                    <a:pt x="186985" y="155042"/>
                  </a:lnTo>
                  <a:lnTo>
                    <a:pt x="70772" y="0"/>
                  </a:lnTo>
                  <a:close/>
                </a:path>
                <a:path w="1319529" h="792479" extrusionOk="0">
                  <a:moveTo>
                    <a:pt x="186985" y="155042"/>
                  </a:moveTo>
                  <a:lnTo>
                    <a:pt x="86499" y="155042"/>
                  </a:lnTo>
                  <a:lnTo>
                    <a:pt x="563972" y="792038"/>
                  </a:lnTo>
                  <a:lnTo>
                    <a:pt x="634755" y="792038"/>
                  </a:lnTo>
                  <a:lnTo>
                    <a:pt x="634755" y="637006"/>
                  </a:lnTo>
                  <a:lnTo>
                    <a:pt x="548245" y="637006"/>
                  </a:lnTo>
                  <a:lnTo>
                    <a:pt x="186985" y="155042"/>
                  </a:lnTo>
                  <a:close/>
                </a:path>
                <a:path w="1319529" h="792479" extrusionOk="0">
                  <a:moveTo>
                    <a:pt x="634755" y="0"/>
                  </a:moveTo>
                  <a:lnTo>
                    <a:pt x="548245" y="0"/>
                  </a:lnTo>
                  <a:lnTo>
                    <a:pt x="548245" y="637006"/>
                  </a:lnTo>
                  <a:lnTo>
                    <a:pt x="634755" y="637006"/>
                  </a:lnTo>
                  <a:lnTo>
                    <a:pt x="634755" y="0"/>
                  </a:lnTo>
                  <a:close/>
                </a:path>
                <a:path w="1319529" h="792479" extrusionOk="0">
                  <a:moveTo>
                    <a:pt x="922359" y="0"/>
                  </a:moveTo>
                  <a:lnTo>
                    <a:pt x="830236" y="0"/>
                  </a:lnTo>
                  <a:lnTo>
                    <a:pt x="830236" y="792038"/>
                  </a:lnTo>
                  <a:lnTo>
                    <a:pt x="1318944" y="792038"/>
                  </a:lnTo>
                  <a:lnTo>
                    <a:pt x="1318944" y="713402"/>
                  </a:lnTo>
                  <a:lnTo>
                    <a:pt x="922359" y="713402"/>
                  </a:lnTo>
                  <a:lnTo>
                    <a:pt x="922359" y="0"/>
                  </a:lnTo>
                  <a:close/>
                </a:path>
              </a:pathLst>
            </a:custGeom>
            <a:solidFill>
              <a:srgbClr val="EA792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9" name="object 9"/>
            <p:cNvPicPr/>
            <p:nvPr/>
          </p:nvPicPr>
          <p:blipFill rotWithShape="1">
            <a:blip r:embed="rId4"/>
            <a:stretch/>
          </p:blipFill>
          <p:spPr bwMode="auto">
            <a:xfrm>
              <a:off x="1373996" y="9489207"/>
              <a:ext cx="3824003" cy="1215889"/>
            </a:xfrm>
            <a:prstGeom prst="rect">
              <a:avLst/>
            </a:prstGeom>
          </p:spPr>
        </p:pic>
      </p:grpSp>
      <p:sp>
        <p:nvSpPr>
          <p:cNvPr id="1139917790" name="object 10"/>
          <p:cNvSpPr txBox="1"/>
          <p:nvPr/>
        </p:nvSpPr>
        <p:spPr bwMode="auto">
          <a:xfrm>
            <a:off x="11980973" y="9902958"/>
            <a:ext cx="7062677" cy="7200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defRPr/>
            </a:pPr>
            <a:r>
              <a:rPr sz="4600" b="1" spc="30">
                <a:solidFill>
                  <a:srgbClr val="EA792F"/>
                </a:solidFill>
                <a:latin typeface="Arial Rounded MT Bold"/>
                <a:cs typeface="Arial Rounded MT Bold"/>
              </a:rPr>
              <a:t>my </a:t>
            </a:r>
            <a:r>
              <a:rPr sz="4600" b="1" spc="30">
                <a:latin typeface="Arial Rounded MT Bold"/>
                <a:cs typeface="Arial Rounded MT Bold"/>
              </a:rPr>
              <a:t>community </a:t>
            </a:r>
            <a:r>
              <a:rPr sz="4600" b="1" spc="30">
                <a:solidFill>
                  <a:srgbClr val="0070C0"/>
                </a:solidFill>
                <a:latin typeface="Arial Rounded MT Bold"/>
                <a:cs typeface="Arial Rounded MT Bold"/>
              </a:rPr>
              <a:t>is </a:t>
            </a:r>
            <a:r>
              <a:rPr sz="4600" b="1" spc="30">
                <a:latin typeface="Arial Rounded MT Bold"/>
                <a:cs typeface="Arial Rounded MT Bold"/>
              </a:rPr>
              <a:t>open!</a:t>
            </a:r>
            <a:endParaRPr sz="4600" spc="30">
              <a:latin typeface="Arial Rounded MT Bold"/>
              <a:cs typeface="Arial Rounded MT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7099268" name="object 2"/>
          <p:cNvPicPr/>
          <p:nvPr/>
        </p:nvPicPr>
        <p:blipFill rotWithShape="1">
          <a:blip r:embed="rId3"/>
          <a:stretch/>
        </p:blipFill>
        <p:spPr bwMode="auto">
          <a:xfrm>
            <a:off x="8227514" y="2840126"/>
            <a:ext cx="728732" cy="782621"/>
          </a:xfrm>
          <a:prstGeom prst="rect">
            <a:avLst/>
          </a:prstGeom>
        </p:spPr>
      </p:pic>
      <p:pic>
        <p:nvPicPr>
          <p:cNvPr id="971330364" name="object 3"/>
          <p:cNvPicPr/>
          <p:nvPr/>
        </p:nvPicPr>
        <p:blipFill rotWithShape="1">
          <a:blip r:embed="rId4"/>
          <a:stretch/>
        </p:blipFill>
        <p:spPr bwMode="auto">
          <a:xfrm>
            <a:off x="11319359" y="2775186"/>
            <a:ext cx="889883" cy="888606"/>
          </a:xfrm>
          <a:prstGeom prst="rect">
            <a:avLst/>
          </a:prstGeom>
        </p:spPr>
      </p:pic>
      <p:pic>
        <p:nvPicPr>
          <p:cNvPr id="288347149" name="object 4"/>
          <p:cNvPicPr/>
          <p:nvPr/>
        </p:nvPicPr>
        <p:blipFill rotWithShape="1">
          <a:blip r:embed="rId5"/>
          <a:stretch/>
        </p:blipFill>
        <p:spPr bwMode="auto">
          <a:xfrm>
            <a:off x="14592893" y="2713873"/>
            <a:ext cx="858033" cy="858023"/>
          </a:xfrm>
          <a:prstGeom prst="rect">
            <a:avLst/>
          </a:prstGeom>
        </p:spPr>
      </p:pic>
      <p:sp>
        <p:nvSpPr>
          <p:cNvPr id="1108291883" name="object 5"/>
          <p:cNvSpPr txBox="1">
            <a:spLocks noGrp="1"/>
          </p:cNvSpPr>
          <p:nvPr>
            <p:ph type="title"/>
          </p:nvPr>
        </p:nvSpPr>
        <p:spPr bwMode="auto">
          <a:xfrm>
            <a:off x="4981912" y="891052"/>
            <a:ext cx="13375938" cy="79893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defRPr/>
            </a:pPr>
            <a:r>
              <a:rPr sz="5100" b="1">
                <a:latin typeface="Nunito Sans Normal"/>
              </a:rPr>
              <a:t>Open Science is not a </a:t>
            </a:r>
            <a:r>
              <a:rPr sz="5100" b="1">
                <a:solidFill>
                  <a:srgbClr val="EA792F"/>
                </a:solidFill>
                <a:latin typeface="Nunito Sans Normal"/>
              </a:rPr>
              <a:t>movement </a:t>
            </a:r>
            <a:r>
              <a:rPr sz="5100" b="1">
                <a:latin typeface="Nunito Sans Normal"/>
              </a:rPr>
              <a:t>anymore:</a:t>
            </a:r>
            <a:endParaRPr/>
          </a:p>
        </p:txBody>
      </p:sp>
      <p:sp>
        <p:nvSpPr>
          <p:cNvPr id="865414632" name="object 6"/>
          <p:cNvSpPr txBox="1"/>
          <p:nvPr/>
        </p:nvSpPr>
        <p:spPr bwMode="auto">
          <a:xfrm>
            <a:off x="8206735" y="4080132"/>
            <a:ext cx="1857375" cy="105734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660"/>
              </a:lnSpc>
              <a:spcBef>
                <a:spcPts val="105"/>
              </a:spcBef>
              <a:defRPr/>
            </a:pPr>
            <a:r>
              <a:rPr sz="2300" spc="-25">
                <a:latin typeface="Nunito Sans Normal"/>
                <a:cs typeface="Arial"/>
              </a:rPr>
              <a:t>NL</a:t>
            </a:r>
            <a:endParaRPr sz="2300">
              <a:latin typeface="Nunito Sans Normal"/>
              <a:cs typeface="Arial"/>
            </a:endParaRPr>
          </a:p>
          <a:p>
            <a:pPr marL="12700" marR="5080">
              <a:lnSpc>
                <a:spcPts val="2560"/>
              </a:lnSpc>
              <a:spcBef>
                <a:spcPts val="150"/>
              </a:spcBef>
              <a:defRPr/>
            </a:pPr>
            <a:r>
              <a:rPr sz="2300" spc="-10">
                <a:latin typeface="Nunito Sans Normal"/>
                <a:cs typeface="Arial"/>
              </a:rPr>
              <a:t>governmental policy</a:t>
            </a:r>
            <a:endParaRPr sz="2300">
              <a:latin typeface="Nunito Sans Normal"/>
              <a:cs typeface="Arial"/>
            </a:endParaRPr>
          </a:p>
        </p:txBody>
      </p:sp>
      <p:sp>
        <p:nvSpPr>
          <p:cNvPr id="1694656144" name="object 7"/>
          <p:cNvSpPr txBox="1"/>
          <p:nvPr/>
        </p:nvSpPr>
        <p:spPr bwMode="auto">
          <a:xfrm>
            <a:off x="11431558" y="4080132"/>
            <a:ext cx="800735" cy="702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660"/>
              </a:lnSpc>
              <a:spcBef>
                <a:spcPts val="105"/>
              </a:spcBef>
              <a:defRPr/>
            </a:pPr>
            <a:r>
              <a:rPr sz="2300" spc="-25">
                <a:latin typeface="Nunito Sans Normal"/>
                <a:cs typeface="Arial"/>
              </a:rPr>
              <a:t>EU</a:t>
            </a:r>
            <a:endParaRPr sz="2300">
              <a:latin typeface="Nunito Sans Normal"/>
              <a:cs typeface="Arial"/>
            </a:endParaRPr>
          </a:p>
          <a:p>
            <a:pPr marL="12700">
              <a:lnSpc>
                <a:spcPts val="2660"/>
              </a:lnSpc>
              <a:defRPr/>
            </a:pPr>
            <a:r>
              <a:rPr sz="2300" spc="-10">
                <a:latin typeface="Nunito Sans Normal"/>
                <a:cs typeface="Arial"/>
              </a:rPr>
              <a:t>policy</a:t>
            </a:r>
            <a:endParaRPr sz="2300">
              <a:latin typeface="Nunito Sans Normal"/>
              <a:cs typeface="Arial"/>
            </a:endParaRPr>
          </a:p>
        </p:txBody>
      </p:sp>
      <p:sp>
        <p:nvSpPr>
          <p:cNvPr id="789998076" name="object 8"/>
          <p:cNvSpPr txBox="1"/>
          <p:nvPr/>
        </p:nvSpPr>
        <p:spPr bwMode="auto">
          <a:xfrm>
            <a:off x="14656381" y="4013349"/>
            <a:ext cx="1229360" cy="702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660"/>
              </a:lnSpc>
              <a:spcBef>
                <a:spcPts val="105"/>
              </a:spcBef>
              <a:defRPr/>
            </a:pPr>
            <a:r>
              <a:rPr sz="2300" spc="-60">
                <a:latin typeface="Nunito Sans Normal"/>
                <a:cs typeface="Arial"/>
              </a:rPr>
              <a:t>UNESCO</a:t>
            </a:r>
            <a:endParaRPr sz="2300">
              <a:latin typeface="Nunito Sans Normal"/>
              <a:cs typeface="Arial"/>
            </a:endParaRPr>
          </a:p>
          <a:p>
            <a:pPr marL="12700">
              <a:lnSpc>
                <a:spcPts val="2660"/>
              </a:lnSpc>
              <a:defRPr/>
            </a:pPr>
            <a:r>
              <a:rPr sz="2300" spc="-10">
                <a:latin typeface="Nunito Sans Normal"/>
                <a:cs typeface="Arial"/>
              </a:rPr>
              <a:t>ratified</a:t>
            </a:r>
            <a:endParaRPr sz="2300">
              <a:latin typeface="Nunito Sans Normal"/>
              <a:cs typeface="Arial"/>
            </a:endParaRPr>
          </a:p>
        </p:txBody>
      </p:sp>
      <p:sp>
        <p:nvSpPr>
          <p:cNvPr id="1115011025" name="object 9"/>
          <p:cNvSpPr txBox="1"/>
          <p:nvPr/>
        </p:nvSpPr>
        <p:spPr bwMode="auto">
          <a:xfrm>
            <a:off x="4981911" y="4080132"/>
            <a:ext cx="1817370" cy="105157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>
              <a:lnSpc>
                <a:spcPts val="2560"/>
              </a:lnSpc>
              <a:spcBef>
                <a:spcPts val="360"/>
              </a:spcBef>
              <a:defRPr/>
            </a:pPr>
            <a:r>
              <a:rPr sz="2300" spc="-10">
                <a:latin typeface="Nunito Sans Normal"/>
                <a:cs typeface="Arial"/>
              </a:rPr>
              <a:t>University </a:t>
            </a:r>
            <a:r>
              <a:rPr sz="2300">
                <a:latin typeface="Nunito Sans Normal"/>
                <a:cs typeface="Arial"/>
              </a:rPr>
              <a:t>Open</a:t>
            </a:r>
            <a:r>
              <a:rPr sz="2300" spc="-50">
                <a:latin typeface="Nunito Sans Normal"/>
                <a:cs typeface="Arial"/>
              </a:rPr>
              <a:t> Science </a:t>
            </a:r>
            <a:r>
              <a:rPr sz="2300" spc="-10">
                <a:latin typeface="Nunito Sans Normal"/>
                <a:cs typeface="Arial"/>
              </a:rPr>
              <a:t>programmes</a:t>
            </a:r>
            <a:endParaRPr sz="2300">
              <a:latin typeface="Nunito Sans Normal"/>
              <a:cs typeface="Arial"/>
            </a:endParaRPr>
          </a:p>
        </p:txBody>
      </p:sp>
      <p:grpSp>
        <p:nvGrpSpPr>
          <p:cNvPr id="245165370" name="object 10"/>
          <p:cNvGrpSpPr/>
          <p:nvPr/>
        </p:nvGrpSpPr>
        <p:grpSpPr bwMode="auto">
          <a:xfrm>
            <a:off x="4996026" y="2856879"/>
            <a:ext cx="958850" cy="788670"/>
            <a:chOff x="4996026" y="2856879"/>
            <a:chExt cx="958850" cy="788670"/>
          </a:xfrm>
        </p:grpSpPr>
        <p:sp>
          <p:nvSpPr>
            <p:cNvPr id="11" name="object 11"/>
            <p:cNvSpPr/>
            <p:nvPr/>
          </p:nvSpPr>
          <p:spPr bwMode="auto">
            <a:xfrm>
              <a:off x="4996026" y="2856879"/>
              <a:ext cx="958850" cy="788670"/>
            </a:xfrm>
            <a:custGeom>
              <a:avLst/>
              <a:gdLst/>
              <a:ahLst/>
              <a:cxnLst/>
              <a:rect l="l" t="t" r="r" b="b"/>
              <a:pathLst>
                <a:path w="958850" h="788670" extrusionOk="0">
                  <a:moveTo>
                    <a:pt x="952336" y="718438"/>
                  </a:moveTo>
                  <a:lnTo>
                    <a:pt x="6041" y="718438"/>
                  </a:lnTo>
                  <a:lnTo>
                    <a:pt x="0" y="724386"/>
                  </a:lnTo>
                  <a:lnTo>
                    <a:pt x="103" y="782468"/>
                  </a:lnTo>
                  <a:lnTo>
                    <a:pt x="5947" y="788405"/>
                  </a:lnTo>
                  <a:lnTo>
                    <a:pt x="952243" y="788405"/>
                  </a:lnTo>
                  <a:lnTo>
                    <a:pt x="958274" y="782468"/>
                  </a:lnTo>
                  <a:lnTo>
                    <a:pt x="958244" y="761474"/>
                  </a:lnTo>
                  <a:lnTo>
                    <a:pt x="26847" y="761474"/>
                  </a:lnTo>
                  <a:lnTo>
                    <a:pt x="26847" y="745087"/>
                  </a:lnTo>
                  <a:lnTo>
                    <a:pt x="958220" y="745087"/>
                  </a:lnTo>
                  <a:lnTo>
                    <a:pt x="958190" y="724386"/>
                  </a:lnTo>
                  <a:lnTo>
                    <a:pt x="952336" y="718438"/>
                  </a:lnTo>
                  <a:close/>
                </a:path>
                <a:path w="958850" h="788670" extrusionOk="0">
                  <a:moveTo>
                    <a:pt x="958220" y="745087"/>
                  </a:moveTo>
                  <a:lnTo>
                    <a:pt x="931448" y="745087"/>
                  </a:lnTo>
                  <a:lnTo>
                    <a:pt x="931448" y="761474"/>
                  </a:lnTo>
                  <a:lnTo>
                    <a:pt x="958244" y="761474"/>
                  </a:lnTo>
                  <a:lnTo>
                    <a:pt x="958220" y="745087"/>
                  </a:lnTo>
                  <a:close/>
                </a:path>
                <a:path w="958850" h="788670" extrusionOk="0">
                  <a:moveTo>
                    <a:pt x="902464" y="675215"/>
                  </a:moveTo>
                  <a:lnTo>
                    <a:pt x="55883" y="675215"/>
                  </a:lnTo>
                  <a:lnTo>
                    <a:pt x="49841" y="681256"/>
                  </a:lnTo>
                  <a:lnTo>
                    <a:pt x="49841" y="718438"/>
                  </a:lnTo>
                  <a:lnTo>
                    <a:pt x="76678" y="718438"/>
                  </a:lnTo>
                  <a:lnTo>
                    <a:pt x="76678" y="701957"/>
                  </a:lnTo>
                  <a:lnTo>
                    <a:pt x="908412" y="701957"/>
                  </a:lnTo>
                  <a:lnTo>
                    <a:pt x="908412" y="681256"/>
                  </a:lnTo>
                  <a:lnTo>
                    <a:pt x="902464" y="675215"/>
                  </a:lnTo>
                  <a:close/>
                </a:path>
                <a:path w="958850" h="788670" extrusionOk="0">
                  <a:moveTo>
                    <a:pt x="908412" y="701957"/>
                  </a:moveTo>
                  <a:lnTo>
                    <a:pt x="881606" y="701957"/>
                  </a:lnTo>
                  <a:lnTo>
                    <a:pt x="881606" y="718438"/>
                  </a:lnTo>
                  <a:lnTo>
                    <a:pt x="908412" y="718438"/>
                  </a:lnTo>
                  <a:lnTo>
                    <a:pt x="908412" y="701957"/>
                  </a:lnTo>
                  <a:close/>
                </a:path>
                <a:path w="958850" h="788670" extrusionOk="0">
                  <a:moveTo>
                    <a:pt x="481325" y="0"/>
                  </a:moveTo>
                  <a:lnTo>
                    <a:pt x="476823" y="0"/>
                  </a:lnTo>
                  <a:lnTo>
                    <a:pt x="473085" y="1916"/>
                  </a:lnTo>
                  <a:lnTo>
                    <a:pt x="56354" y="210370"/>
                  </a:lnTo>
                  <a:lnTo>
                    <a:pt x="56518" y="210370"/>
                  </a:lnTo>
                  <a:lnTo>
                    <a:pt x="56260" y="210559"/>
                  </a:lnTo>
                  <a:lnTo>
                    <a:pt x="55788" y="210757"/>
                  </a:lnTo>
                  <a:lnTo>
                    <a:pt x="55014" y="211333"/>
                  </a:lnTo>
                  <a:lnTo>
                    <a:pt x="54155" y="212192"/>
                  </a:lnTo>
                  <a:lnTo>
                    <a:pt x="53767" y="212475"/>
                  </a:lnTo>
                  <a:lnTo>
                    <a:pt x="53202" y="213051"/>
                  </a:lnTo>
                  <a:lnTo>
                    <a:pt x="52333" y="214202"/>
                  </a:lnTo>
                  <a:lnTo>
                    <a:pt x="52145" y="214496"/>
                  </a:lnTo>
                  <a:lnTo>
                    <a:pt x="51851" y="214873"/>
                  </a:lnTo>
                  <a:lnTo>
                    <a:pt x="50898" y="216789"/>
                  </a:lnTo>
                  <a:lnTo>
                    <a:pt x="50710" y="217270"/>
                  </a:lnTo>
                  <a:lnTo>
                    <a:pt x="50522" y="217658"/>
                  </a:lnTo>
                  <a:lnTo>
                    <a:pt x="50417" y="218035"/>
                  </a:lnTo>
                  <a:lnTo>
                    <a:pt x="50323" y="218516"/>
                  </a:lnTo>
                  <a:lnTo>
                    <a:pt x="50228" y="218904"/>
                  </a:lnTo>
                  <a:lnTo>
                    <a:pt x="50134" y="219375"/>
                  </a:lnTo>
                  <a:lnTo>
                    <a:pt x="50040" y="219762"/>
                  </a:lnTo>
                  <a:lnTo>
                    <a:pt x="49935" y="220715"/>
                  </a:lnTo>
                  <a:lnTo>
                    <a:pt x="49851" y="221490"/>
                  </a:lnTo>
                  <a:lnTo>
                    <a:pt x="49747" y="272473"/>
                  </a:lnTo>
                  <a:lnTo>
                    <a:pt x="55694" y="278515"/>
                  </a:lnTo>
                  <a:lnTo>
                    <a:pt x="137346" y="278515"/>
                  </a:lnTo>
                  <a:lnTo>
                    <a:pt x="137346" y="675215"/>
                  </a:lnTo>
                  <a:lnTo>
                    <a:pt x="164183" y="675215"/>
                  </a:lnTo>
                  <a:lnTo>
                    <a:pt x="164183" y="278326"/>
                  </a:lnTo>
                  <a:lnTo>
                    <a:pt x="902370" y="278326"/>
                  </a:lnTo>
                  <a:lnTo>
                    <a:pt x="908316" y="272473"/>
                  </a:lnTo>
                  <a:lnTo>
                    <a:pt x="908374" y="251583"/>
                  </a:lnTo>
                  <a:lnTo>
                    <a:pt x="76678" y="251583"/>
                  </a:lnTo>
                  <a:lnTo>
                    <a:pt x="76678" y="235197"/>
                  </a:lnTo>
                  <a:lnTo>
                    <a:pt x="908344" y="235197"/>
                  </a:lnTo>
                  <a:lnTo>
                    <a:pt x="908318" y="220715"/>
                  </a:lnTo>
                  <a:lnTo>
                    <a:pt x="908213" y="220150"/>
                  </a:lnTo>
                  <a:lnTo>
                    <a:pt x="908145" y="219762"/>
                  </a:lnTo>
                  <a:lnTo>
                    <a:pt x="908050" y="219375"/>
                  </a:lnTo>
                  <a:lnTo>
                    <a:pt x="907950" y="218904"/>
                  </a:lnTo>
                  <a:lnTo>
                    <a:pt x="907859" y="218516"/>
                  </a:lnTo>
                  <a:lnTo>
                    <a:pt x="907741" y="218035"/>
                  </a:lnTo>
                  <a:lnTo>
                    <a:pt x="907666" y="217658"/>
                  </a:lnTo>
                  <a:lnTo>
                    <a:pt x="907501" y="217270"/>
                  </a:lnTo>
                  <a:lnTo>
                    <a:pt x="907071" y="216412"/>
                  </a:lnTo>
                  <a:lnTo>
                    <a:pt x="906883" y="215930"/>
                  </a:lnTo>
                  <a:lnTo>
                    <a:pt x="906171" y="214496"/>
                  </a:lnTo>
                  <a:lnTo>
                    <a:pt x="905249" y="213344"/>
                  </a:lnTo>
                  <a:lnTo>
                    <a:pt x="904967" y="213051"/>
                  </a:lnTo>
                  <a:lnTo>
                    <a:pt x="904674" y="212674"/>
                  </a:lnTo>
                  <a:lnTo>
                    <a:pt x="904192" y="212192"/>
                  </a:lnTo>
                  <a:lnTo>
                    <a:pt x="903721" y="211805"/>
                  </a:lnTo>
                  <a:lnTo>
                    <a:pt x="903427" y="211522"/>
                  </a:lnTo>
                  <a:lnTo>
                    <a:pt x="903176" y="211333"/>
                  </a:lnTo>
                  <a:lnTo>
                    <a:pt x="902757" y="210946"/>
                  </a:lnTo>
                  <a:lnTo>
                    <a:pt x="901993" y="210370"/>
                  </a:lnTo>
                  <a:lnTo>
                    <a:pt x="898160" y="208454"/>
                  </a:lnTo>
                  <a:lnTo>
                    <a:pt x="119902" y="208454"/>
                  </a:lnTo>
                  <a:lnTo>
                    <a:pt x="479126" y="28847"/>
                  </a:lnTo>
                  <a:lnTo>
                    <a:pt x="538928" y="28847"/>
                  </a:lnTo>
                  <a:lnTo>
                    <a:pt x="485063" y="1916"/>
                  </a:lnTo>
                  <a:lnTo>
                    <a:pt x="481325" y="0"/>
                  </a:lnTo>
                  <a:close/>
                </a:path>
                <a:path w="958850" h="788670" extrusionOk="0">
                  <a:moveTo>
                    <a:pt x="228872" y="278326"/>
                  </a:moveTo>
                  <a:lnTo>
                    <a:pt x="202140" y="278326"/>
                  </a:lnTo>
                  <a:lnTo>
                    <a:pt x="202140" y="675215"/>
                  </a:lnTo>
                  <a:lnTo>
                    <a:pt x="228872" y="675215"/>
                  </a:lnTo>
                  <a:lnTo>
                    <a:pt x="228872" y="278326"/>
                  </a:lnTo>
                  <a:close/>
                </a:path>
                <a:path w="958850" h="788670" extrusionOk="0">
                  <a:moveTo>
                    <a:pt x="361528" y="278326"/>
                  </a:moveTo>
                  <a:lnTo>
                    <a:pt x="334680" y="278326"/>
                  </a:lnTo>
                  <a:lnTo>
                    <a:pt x="334680" y="675215"/>
                  </a:lnTo>
                  <a:lnTo>
                    <a:pt x="361528" y="675215"/>
                  </a:lnTo>
                  <a:lnTo>
                    <a:pt x="361528" y="278326"/>
                  </a:lnTo>
                  <a:close/>
                </a:path>
                <a:path w="958850" h="788670" extrusionOk="0">
                  <a:moveTo>
                    <a:pt x="426217" y="278326"/>
                  </a:moveTo>
                  <a:lnTo>
                    <a:pt x="399485" y="278326"/>
                  </a:lnTo>
                  <a:lnTo>
                    <a:pt x="399485" y="675215"/>
                  </a:lnTo>
                  <a:lnTo>
                    <a:pt x="426217" y="675215"/>
                  </a:lnTo>
                  <a:lnTo>
                    <a:pt x="426217" y="278326"/>
                  </a:lnTo>
                  <a:close/>
                </a:path>
                <a:path w="958850" h="788670" extrusionOk="0">
                  <a:moveTo>
                    <a:pt x="558768" y="278326"/>
                  </a:moveTo>
                  <a:lnTo>
                    <a:pt x="532036" y="278326"/>
                  </a:lnTo>
                  <a:lnTo>
                    <a:pt x="532025" y="675215"/>
                  </a:lnTo>
                  <a:lnTo>
                    <a:pt x="558768" y="675215"/>
                  </a:lnTo>
                  <a:lnTo>
                    <a:pt x="558768" y="278326"/>
                  </a:lnTo>
                  <a:close/>
                </a:path>
                <a:path w="958850" h="788670" extrusionOk="0">
                  <a:moveTo>
                    <a:pt x="623467" y="278326"/>
                  </a:moveTo>
                  <a:lnTo>
                    <a:pt x="596725" y="278326"/>
                  </a:lnTo>
                  <a:lnTo>
                    <a:pt x="596725" y="675215"/>
                  </a:lnTo>
                  <a:lnTo>
                    <a:pt x="623467" y="675215"/>
                  </a:lnTo>
                  <a:lnTo>
                    <a:pt x="623467" y="278326"/>
                  </a:lnTo>
                  <a:close/>
                </a:path>
                <a:path w="958850" h="788670" extrusionOk="0">
                  <a:moveTo>
                    <a:pt x="756113" y="278326"/>
                  </a:moveTo>
                  <a:lnTo>
                    <a:pt x="729276" y="278326"/>
                  </a:lnTo>
                  <a:lnTo>
                    <a:pt x="729276" y="675215"/>
                  </a:lnTo>
                  <a:lnTo>
                    <a:pt x="756113" y="675215"/>
                  </a:lnTo>
                  <a:lnTo>
                    <a:pt x="756113" y="278326"/>
                  </a:lnTo>
                  <a:close/>
                </a:path>
                <a:path w="958850" h="788670" extrusionOk="0">
                  <a:moveTo>
                    <a:pt x="820812" y="278326"/>
                  </a:moveTo>
                  <a:lnTo>
                    <a:pt x="794070" y="278326"/>
                  </a:lnTo>
                  <a:lnTo>
                    <a:pt x="794070" y="675215"/>
                  </a:lnTo>
                  <a:lnTo>
                    <a:pt x="820812" y="675215"/>
                  </a:lnTo>
                  <a:lnTo>
                    <a:pt x="820812" y="278326"/>
                  </a:lnTo>
                  <a:close/>
                </a:path>
                <a:path w="958850" h="788670" extrusionOk="0">
                  <a:moveTo>
                    <a:pt x="908344" y="235197"/>
                  </a:moveTo>
                  <a:lnTo>
                    <a:pt x="881690" y="235197"/>
                  </a:lnTo>
                  <a:lnTo>
                    <a:pt x="881690" y="251583"/>
                  </a:lnTo>
                  <a:lnTo>
                    <a:pt x="908374" y="251583"/>
                  </a:lnTo>
                  <a:lnTo>
                    <a:pt x="908344" y="235197"/>
                  </a:lnTo>
                  <a:close/>
                </a:path>
                <a:path w="958850" h="788670" extrusionOk="0">
                  <a:moveTo>
                    <a:pt x="538928" y="28847"/>
                  </a:moveTo>
                  <a:lnTo>
                    <a:pt x="479126" y="28847"/>
                  </a:lnTo>
                  <a:lnTo>
                    <a:pt x="838351" y="208454"/>
                  </a:lnTo>
                  <a:lnTo>
                    <a:pt x="898160" y="208454"/>
                  </a:lnTo>
                  <a:lnTo>
                    <a:pt x="538928" y="288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12" name="object 12"/>
            <p:cNvSpPr/>
            <p:nvPr/>
          </p:nvSpPr>
          <p:spPr bwMode="auto">
            <a:xfrm>
              <a:off x="5022873" y="2885726"/>
              <a:ext cx="904875" cy="732790"/>
            </a:xfrm>
            <a:custGeom>
              <a:avLst/>
              <a:gdLst/>
              <a:ahLst/>
              <a:cxnLst/>
              <a:rect l="l" t="t" r="r" b="b"/>
              <a:pathLst>
                <a:path w="904875" h="732789" extrusionOk="0">
                  <a:moveTo>
                    <a:pt x="767222" y="646367"/>
                  </a:moveTo>
                  <a:lnTo>
                    <a:pt x="729265" y="646367"/>
                  </a:lnTo>
                  <a:lnTo>
                    <a:pt x="729265" y="249479"/>
                  </a:lnTo>
                  <a:lnTo>
                    <a:pt x="767222" y="249479"/>
                  </a:lnTo>
                  <a:lnTo>
                    <a:pt x="767222" y="646367"/>
                  </a:lnTo>
                  <a:close/>
                </a:path>
                <a:path w="904875" h="732789" extrusionOk="0">
                  <a:moveTo>
                    <a:pt x="596620" y="249479"/>
                  </a:moveTo>
                  <a:lnTo>
                    <a:pt x="702428" y="249479"/>
                  </a:lnTo>
                  <a:lnTo>
                    <a:pt x="702428" y="646367"/>
                  </a:lnTo>
                  <a:lnTo>
                    <a:pt x="596620" y="646367"/>
                  </a:lnTo>
                  <a:lnTo>
                    <a:pt x="596620" y="249479"/>
                  </a:lnTo>
                  <a:close/>
                </a:path>
                <a:path w="904875" h="732789" extrusionOk="0">
                  <a:moveTo>
                    <a:pt x="399370" y="646367"/>
                  </a:moveTo>
                  <a:lnTo>
                    <a:pt x="399370" y="249479"/>
                  </a:lnTo>
                  <a:lnTo>
                    <a:pt x="505188" y="249479"/>
                  </a:lnTo>
                  <a:lnTo>
                    <a:pt x="505178" y="646367"/>
                  </a:lnTo>
                  <a:lnTo>
                    <a:pt x="399370" y="646367"/>
                  </a:lnTo>
                  <a:close/>
                </a:path>
                <a:path w="904875" h="732789" extrusionOk="0">
                  <a:moveTo>
                    <a:pt x="202025" y="249479"/>
                  </a:moveTo>
                  <a:lnTo>
                    <a:pt x="307833" y="249479"/>
                  </a:lnTo>
                  <a:lnTo>
                    <a:pt x="307833" y="646367"/>
                  </a:lnTo>
                  <a:lnTo>
                    <a:pt x="202025" y="646367"/>
                  </a:lnTo>
                  <a:lnTo>
                    <a:pt x="202025" y="249479"/>
                  </a:lnTo>
                  <a:close/>
                </a:path>
                <a:path w="904875" h="732789" extrusionOk="0">
                  <a:moveTo>
                    <a:pt x="334680" y="249479"/>
                  </a:moveTo>
                  <a:lnTo>
                    <a:pt x="372637" y="249479"/>
                  </a:lnTo>
                  <a:lnTo>
                    <a:pt x="372637" y="646367"/>
                  </a:lnTo>
                  <a:lnTo>
                    <a:pt x="334680" y="646367"/>
                  </a:lnTo>
                  <a:lnTo>
                    <a:pt x="334680" y="249479"/>
                  </a:lnTo>
                  <a:close/>
                </a:path>
                <a:path w="904875" h="732789" extrusionOk="0">
                  <a:moveTo>
                    <a:pt x="531920" y="249479"/>
                  </a:moveTo>
                  <a:lnTo>
                    <a:pt x="569877" y="249479"/>
                  </a:lnTo>
                  <a:lnTo>
                    <a:pt x="569877" y="646367"/>
                  </a:lnTo>
                  <a:lnTo>
                    <a:pt x="531920" y="646367"/>
                  </a:lnTo>
                  <a:lnTo>
                    <a:pt x="531920" y="249479"/>
                  </a:lnTo>
                  <a:close/>
                </a:path>
                <a:path w="904875" h="732789" extrusionOk="0">
                  <a:moveTo>
                    <a:pt x="452279" y="0"/>
                  </a:moveTo>
                  <a:lnTo>
                    <a:pt x="811504" y="179607"/>
                  </a:lnTo>
                  <a:lnTo>
                    <a:pt x="93054" y="179607"/>
                  </a:lnTo>
                  <a:lnTo>
                    <a:pt x="452279" y="0"/>
                  </a:lnTo>
                  <a:close/>
                </a:path>
                <a:path w="904875" h="732789" extrusionOk="0">
                  <a:moveTo>
                    <a:pt x="49830" y="206349"/>
                  </a:moveTo>
                  <a:lnTo>
                    <a:pt x="854843" y="206349"/>
                  </a:lnTo>
                  <a:lnTo>
                    <a:pt x="854843" y="222736"/>
                  </a:lnTo>
                  <a:lnTo>
                    <a:pt x="49830" y="222736"/>
                  </a:lnTo>
                  <a:lnTo>
                    <a:pt x="49830" y="206349"/>
                  </a:lnTo>
                  <a:close/>
                </a:path>
                <a:path w="904875" h="732789" extrusionOk="0">
                  <a:moveTo>
                    <a:pt x="137336" y="249479"/>
                  </a:moveTo>
                  <a:lnTo>
                    <a:pt x="175293" y="249479"/>
                  </a:lnTo>
                  <a:lnTo>
                    <a:pt x="175293" y="646367"/>
                  </a:lnTo>
                  <a:lnTo>
                    <a:pt x="137336" y="646367"/>
                  </a:lnTo>
                  <a:lnTo>
                    <a:pt x="137336" y="249479"/>
                  </a:lnTo>
                  <a:close/>
                </a:path>
                <a:path w="904875" h="732789" extrusionOk="0">
                  <a:moveTo>
                    <a:pt x="49830" y="673110"/>
                  </a:moveTo>
                  <a:lnTo>
                    <a:pt x="854759" y="673110"/>
                  </a:lnTo>
                  <a:lnTo>
                    <a:pt x="854759" y="689497"/>
                  </a:lnTo>
                  <a:lnTo>
                    <a:pt x="49830" y="689497"/>
                  </a:lnTo>
                  <a:lnTo>
                    <a:pt x="49830" y="673110"/>
                  </a:lnTo>
                  <a:close/>
                </a:path>
                <a:path w="904875" h="732789" extrusionOk="0">
                  <a:moveTo>
                    <a:pt x="904600" y="732626"/>
                  </a:moveTo>
                  <a:lnTo>
                    <a:pt x="0" y="732626"/>
                  </a:lnTo>
                  <a:lnTo>
                    <a:pt x="0" y="716239"/>
                  </a:lnTo>
                  <a:lnTo>
                    <a:pt x="904600" y="716239"/>
                  </a:lnTo>
                  <a:lnTo>
                    <a:pt x="904600" y="732626"/>
                  </a:lnTo>
                  <a:close/>
                </a:path>
              </a:pathLst>
            </a:custGeom>
            <a:grpFill/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13" name="object 13"/>
            <p:cNvPicPr/>
            <p:nvPr/>
          </p:nvPicPr>
          <p:blipFill rotWithShape="1">
            <a:blip r:embed="rId6"/>
            <a:stretch/>
          </p:blipFill>
          <p:spPr bwMode="auto">
            <a:xfrm>
              <a:off x="5426278" y="2925905"/>
              <a:ext cx="97714" cy="97714"/>
            </a:xfrm>
            <a:prstGeom prst="rect">
              <a:avLst/>
            </a:prstGeom>
          </p:spPr>
        </p:pic>
      </p:grpSp>
      <p:grpSp>
        <p:nvGrpSpPr>
          <p:cNvPr id="510042587" name="object 22"/>
          <p:cNvGrpSpPr/>
          <p:nvPr/>
        </p:nvGrpSpPr>
        <p:grpSpPr bwMode="auto">
          <a:xfrm>
            <a:off x="1077185" y="9802495"/>
            <a:ext cx="3250565" cy="1033780"/>
            <a:chOff x="1077185" y="9534709"/>
            <a:chExt cx="3250565" cy="1033780"/>
          </a:xfrm>
        </p:grpSpPr>
        <p:sp>
          <p:nvSpPr>
            <p:cNvPr id="19" name="object 23"/>
            <p:cNvSpPr/>
            <p:nvPr/>
          </p:nvSpPr>
          <p:spPr bwMode="auto">
            <a:xfrm>
              <a:off x="3197254" y="9683903"/>
              <a:ext cx="1121410" cy="673735"/>
            </a:xfrm>
            <a:custGeom>
              <a:avLst/>
              <a:gdLst/>
              <a:ahLst/>
              <a:cxnLst/>
              <a:rect l="l" t="t" r="r" b="b"/>
              <a:pathLst>
                <a:path w="1121410" h="673734" extrusionOk="0">
                  <a:moveTo>
                    <a:pt x="60165" y="0"/>
                  </a:moveTo>
                  <a:lnTo>
                    <a:pt x="0" y="0"/>
                  </a:lnTo>
                  <a:lnTo>
                    <a:pt x="0" y="673236"/>
                  </a:lnTo>
                  <a:lnTo>
                    <a:pt x="73537" y="673236"/>
                  </a:lnTo>
                  <a:lnTo>
                    <a:pt x="73537" y="131786"/>
                  </a:lnTo>
                  <a:lnTo>
                    <a:pt x="158948" y="131786"/>
                  </a:lnTo>
                  <a:lnTo>
                    <a:pt x="60165" y="0"/>
                  </a:lnTo>
                  <a:close/>
                </a:path>
                <a:path w="1121410" h="673734" extrusionOk="0">
                  <a:moveTo>
                    <a:pt x="158948" y="131786"/>
                  </a:moveTo>
                  <a:lnTo>
                    <a:pt x="73537" y="131786"/>
                  </a:lnTo>
                  <a:lnTo>
                    <a:pt x="479388" y="673236"/>
                  </a:lnTo>
                  <a:lnTo>
                    <a:pt x="539543" y="673236"/>
                  </a:lnTo>
                  <a:lnTo>
                    <a:pt x="539543" y="541449"/>
                  </a:lnTo>
                  <a:lnTo>
                    <a:pt x="466017" y="541449"/>
                  </a:lnTo>
                  <a:lnTo>
                    <a:pt x="158948" y="131786"/>
                  </a:lnTo>
                  <a:close/>
                </a:path>
                <a:path w="1121410" h="673734" extrusionOk="0">
                  <a:moveTo>
                    <a:pt x="539543" y="0"/>
                  </a:moveTo>
                  <a:lnTo>
                    <a:pt x="466017" y="0"/>
                  </a:lnTo>
                  <a:lnTo>
                    <a:pt x="466017" y="541449"/>
                  </a:lnTo>
                  <a:lnTo>
                    <a:pt x="539543" y="541449"/>
                  </a:lnTo>
                  <a:lnTo>
                    <a:pt x="539543" y="0"/>
                  </a:lnTo>
                  <a:close/>
                </a:path>
                <a:path w="1121410" h="673734" extrusionOk="0">
                  <a:moveTo>
                    <a:pt x="784007" y="0"/>
                  </a:moveTo>
                  <a:lnTo>
                    <a:pt x="705706" y="0"/>
                  </a:lnTo>
                  <a:lnTo>
                    <a:pt x="705706" y="673236"/>
                  </a:lnTo>
                  <a:lnTo>
                    <a:pt x="1121107" y="673236"/>
                  </a:lnTo>
                  <a:lnTo>
                    <a:pt x="1121107" y="606389"/>
                  </a:lnTo>
                  <a:lnTo>
                    <a:pt x="784007" y="606389"/>
                  </a:lnTo>
                  <a:lnTo>
                    <a:pt x="784007" y="0"/>
                  </a:lnTo>
                  <a:close/>
                </a:path>
              </a:pathLst>
            </a:custGeom>
            <a:solidFill>
              <a:srgbClr val="EA792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20" name="object 24"/>
            <p:cNvPicPr/>
            <p:nvPr/>
          </p:nvPicPr>
          <p:blipFill rotWithShape="1">
            <a:blip r:embed="rId7"/>
            <a:stretch/>
          </p:blipFill>
          <p:spPr bwMode="auto">
            <a:xfrm>
              <a:off x="1077185" y="9534709"/>
              <a:ext cx="3250398" cy="1033513"/>
            </a:xfrm>
            <a:prstGeom prst="rect">
              <a:avLst/>
            </a:prstGeom>
          </p:spPr>
        </p:pic>
      </p:grpSp>
      <p:sp>
        <p:nvSpPr>
          <p:cNvPr id="313460560" name="object 25"/>
          <p:cNvSpPr txBox="1">
            <a:spLocks noGrp="1"/>
          </p:cNvSpPr>
          <p:nvPr>
            <p:ph type="ftr" sz="quarter" idx="5"/>
          </p:nvPr>
        </p:nvSpPr>
        <p:spPr bwMode="auto">
          <a:xfrm>
            <a:off x="4946650" y="10078108"/>
            <a:ext cx="14410988" cy="75790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  <a:defRPr/>
            </a:pPr>
            <a:r>
              <a:rPr sz="4800">
                <a:latin typeface="Nunito Sans Normal"/>
              </a:rPr>
              <a:t>SHAPING</a:t>
            </a:r>
            <a:r>
              <a:rPr sz="4800" spc="-65">
                <a:latin typeface="Nunito Sans Normal"/>
              </a:rPr>
              <a:t> </a:t>
            </a:r>
            <a:r>
              <a:rPr sz="4800">
                <a:latin typeface="Nunito Sans Normal"/>
              </a:rPr>
              <a:t>CULTURAL</a:t>
            </a:r>
            <a:r>
              <a:rPr sz="4800" spc="-65">
                <a:latin typeface="Nunito Sans Normal"/>
              </a:rPr>
              <a:t> </a:t>
            </a:r>
            <a:r>
              <a:rPr sz="4800">
                <a:latin typeface="Nunito Sans Normal"/>
              </a:rPr>
              <a:t>CHANGE</a:t>
            </a:r>
            <a:r>
              <a:rPr sz="4800" spc="-60">
                <a:latin typeface="Nunito Sans Normal"/>
              </a:rPr>
              <a:t> </a:t>
            </a:r>
            <a:r>
              <a:rPr sz="4800" spc="-25">
                <a:latin typeface="Nunito Sans Normal"/>
              </a:rPr>
              <a:t>TOGETHER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3374727" name="object 2"/>
          <p:cNvPicPr/>
          <p:nvPr/>
        </p:nvPicPr>
        <p:blipFill rotWithShape="1">
          <a:blip r:embed="rId3"/>
          <a:stretch/>
        </p:blipFill>
        <p:spPr bwMode="auto">
          <a:xfrm>
            <a:off x="8227514" y="2840126"/>
            <a:ext cx="728732" cy="782621"/>
          </a:xfrm>
          <a:prstGeom prst="rect">
            <a:avLst/>
          </a:prstGeom>
        </p:spPr>
      </p:pic>
      <p:pic>
        <p:nvPicPr>
          <p:cNvPr id="33657535" name="object 3"/>
          <p:cNvPicPr/>
          <p:nvPr/>
        </p:nvPicPr>
        <p:blipFill rotWithShape="1">
          <a:blip r:embed="rId4"/>
          <a:stretch/>
        </p:blipFill>
        <p:spPr bwMode="auto">
          <a:xfrm>
            <a:off x="11319359" y="2775186"/>
            <a:ext cx="889883" cy="888606"/>
          </a:xfrm>
          <a:prstGeom prst="rect">
            <a:avLst/>
          </a:prstGeom>
        </p:spPr>
      </p:pic>
      <p:pic>
        <p:nvPicPr>
          <p:cNvPr id="513340939" name="object 4"/>
          <p:cNvPicPr/>
          <p:nvPr/>
        </p:nvPicPr>
        <p:blipFill rotWithShape="1">
          <a:blip r:embed="rId5"/>
          <a:stretch/>
        </p:blipFill>
        <p:spPr bwMode="auto">
          <a:xfrm>
            <a:off x="14592893" y="2713873"/>
            <a:ext cx="858033" cy="858023"/>
          </a:xfrm>
          <a:prstGeom prst="rect">
            <a:avLst/>
          </a:prstGeom>
        </p:spPr>
      </p:pic>
      <p:sp>
        <p:nvSpPr>
          <p:cNvPr id="1769304602" name="object 5"/>
          <p:cNvSpPr txBox="1">
            <a:spLocks noGrp="1"/>
          </p:cNvSpPr>
          <p:nvPr>
            <p:ph type="title"/>
          </p:nvPr>
        </p:nvSpPr>
        <p:spPr bwMode="auto">
          <a:xfrm>
            <a:off x="4981912" y="891052"/>
            <a:ext cx="13528338" cy="79893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defRPr/>
            </a:pPr>
            <a:r>
              <a:rPr sz="5100" b="1">
                <a:latin typeface="Nunito Sans Normal"/>
              </a:rPr>
              <a:t>Open Science is not a </a:t>
            </a:r>
            <a:r>
              <a:rPr sz="5100" b="1">
                <a:solidFill>
                  <a:srgbClr val="EA792F"/>
                </a:solidFill>
                <a:latin typeface="Nunito Sans Normal"/>
              </a:rPr>
              <a:t>movement </a:t>
            </a:r>
            <a:r>
              <a:rPr sz="5100" b="1">
                <a:latin typeface="Nunito Sans Normal"/>
              </a:rPr>
              <a:t>anymore:</a:t>
            </a:r>
            <a:endParaRPr/>
          </a:p>
        </p:txBody>
      </p:sp>
      <p:sp>
        <p:nvSpPr>
          <p:cNvPr id="911305585" name="object 6"/>
          <p:cNvSpPr txBox="1"/>
          <p:nvPr/>
        </p:nvSpPr>
        <p:spPr bwMode="auto">
          <a:xfrm>
            <a:off x="8206735" y="4080132"/>
            <a:ext cx="1857375" cy="105734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660"/>
              </a:lnSpc>
              <a:spcBef>
                <a:spcPts val="105"/>
              </a:spcBef>
              <a:defRPr/>
            </a:pPr>
            <a:r>
              <a:rPr sz="2300" spc="-25">
                <a:latin typeface="Nunito Sans Normal"/>
                <a:cs typeface="Arial"/>
              </a:rPr>
              <a:t>NL</a:t>
            </a:r>
            <a:endParaRPr sz="2300">
              <a:latin typeface="Nunito Sans Normal"/>
              <a:cs typeface="Arial"/>
            </a:endParaRPr>
          </a:p>
          <a:p>
            <a:pPr marL="12700" marR="5080">
              <a:lnSpc>
                <a:spcPts val="2560"/>
              </a:lnSpc>
              <a:spcBef>
                <a:spcPts val="150"/>
              </a:spcBef>
              <a:defRPr/>
            </a:pPr>
            <a:r>
              <a:rPr sz="2300" spc="-10">
                <a:latin typeface="Nunito Sans Normal"/>
                <a:cs typeface="Arial"/>
              </a:rPr>
              <a:t>governmental policy</a:t>
            </a:r>
            <a:endParaRPr sz="2300">
              <a:latin typeface="Nunito Sans Normal"/>
              <a:cs typeface="Arial"/>
            </a:endParaRPr>
          </a:p>
        </p:txBody>
      </p:sp>
      <p:sp>
        <p:nvSpPr>
          <p:cNvPr id="889201348" name="object 7"/>
          <p:cNvSpPr txBox="1"/>
          <p:nvPr/>
        </p:nvSpPr>
        <p:spPr bwMode="auto">
          <a:xfrm>
            <a:off x="11431558" y="4080132"/>
            <a:ext cx="800735" cy="702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660"/>
              </a:lnSpc>
              <a:spcBef>
                <a:spcPts val="105"/>
              </a:spcBef>
              <a:defRPr/>
            </a:pPr>
            <a:r>
              <a:rPr sz="2300" spc="-25">
                <a:latin typeface="Nunito Sans Normal"/>
                <a:cs typeface="Arial"/>
              </a:rPr>
              <a:t>EU</a:t>
            </a:r>
            <a:endParaRPr sz="2300">
              <a:latin typeface="Nunito Sans Normal"/>
              <a:cs typeface="Arial"/>
            </a:endParaRPr>
          </a:p>
          <a:p>
            <a:pPr marL="12700">
              <a:lnSpc>
                <a:spcPts val="2660"/>
              </a:lnSpc>
              <a:defRPr/>
            </a:pPr>
            <a:r>
              <a:rPr sz="2300" spc="-10">
                <a:latin typeface="Nunito Sans Normal"/>
                <a:cs typeface="Arial"/>
              </a:rPr>
              <a:t>policy</a:t>
            </a:r>
            <a:endParaRPr sz="2300">
              <a:latin typeface="Nunito Sans Normal"/>
              <a:cs typeface="Arial"/>
            </a:endParaRPr>
          </a:p>
        </p:txBody>
      </p:sp>
      <p:sp>
        <p:nvSpPr>
          <p:cNvPr id="420868024" name="object 8"/>
          <p:cNvSpPr txBox="1"/>
          <p:nvPr/>
        </p:nvSpPr>
        <p:spPr bwMode="auto">
          <a:xfrm>
            <a:off x="14656381" y="4013349"/>
            <a:ext cx="1229360" cy="702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660"/>
              </a:lnSpc>
              <a:spcBef>
                <a:spcPts val="105"/>
              </a:spcBef>
              <a:defRPr/>
            </a:pPr>
            <a:r>
              <a:rPr sz="2300" spc="-60">
                <a:latin typeface="Nunito Sans Normal"/>
                <a:cs typeface="Arial"/>
              </a:rPr>
              <a:t>UNESCO</a:t>
            </a:r>
            <a:endParaRPr sz="2300">
              <a:latin typeface="Nunito Sans Normal"/>
              <a:cs typeface="Arial"/>
            </a:endParaRPr>
          </a:p>
          <a:p>
            <a:pPr marL="12700">
              <a:lnSpc>
                <a:spcPts val="2660"/>
              </a:lnSpc>
              <a:defRPr/>
            </a:pPr>
            <a:r>
              <a:rPr sz="2300" spc="-10">
                <a:latin typeface="Nunito Sans Normal"/>
                <a:cs typeface="Arial"/>
              </a:rPr>
              <a:t>ratified</a:t>
            </a:r>
            <a:endParaRPr sz="2300">
              <a:latin typeface="Nunito Sans Normal"/>
              <a:cs typeface="Arial"/>
            </a:endParaRPr>
          </a:p>
        </p:txBody>
      </p:sp>
      <p:sp>
        <p:nvSpPr>
          <p:cNvPr id="980514009" name="object 9"/>
          <p:cNvSpPr txBox="1"/>
          <p:nvPr/>
        </p:nvSpPr>
        <p:spPr bwMode="auto">
          <a:xfrm>
            <a:off x="4981911" y="4080132"/>
            <a:ext cx="1817370" cy="105157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>
              <a:lnSpc>
                <a:spcPts val="2560"/>
              </a:lnSpc>
              <a:spcBef>
                <a:spcPts val="360"/>
              </a:spcBef>
              <a:defRPr/>
            </a:pPr>
            <a:r>
              <a:rPr sz="2300" spc="-10">
                <a:latin typeface="Nunito Sans Normal"/>
                <a:cs typeface="Arial"/>
              </a:rPr>
              <a:t>University </a:t>
            </a:r>
            <a:r>
              <a:rPr sz="2300">
                <a:latin typeface="Nunito Sans Normal"/>
                <a:cs typeface="Arial"/>
              </a:rPr>
              <a:t>Open</a:t>
            </a:r>
            <a:r>
              <a:rPr sz="2300" spc="-50">
                <a:latin typeface="Nunito Sans Normal"/>
                <a:cs typeface="Arial"/>
              </a:rPr>
              <a:t> Science </a:t>
            </a:r>
            <a:r>
              <a:rPr sz="2300" spc="-10">
                <a:latin typeface="Nunito Sans Normal"/>
                <a:cs typeface="Arial"/>
              </a:rPr>
              <a:t>programmes</a:t>
            </a:r>
            <a:endParaRPr sz="2300">
              <a:latin typeface="Nunito Sans Normal"/>
              <a:cs typeface="Arial"/>
            </a:endParaRPr>
          </a:p>
        </p:txBody>
      </p:sp>
      <p:grpSp>
        <p:nvGrpSpPr>
          <p:cNvPr id="2063816218" name="object 10"/>
          <p:cNvGrpSpPr/>
          <p:nvPr/>
        </p:nvGrpSpPr>
        <p:grpSpPr bwMode="auto">
          <a:xfrm>
            <a:off x="4996026" y="2856879"/>
            <a:ext cx="958850" cy="788670"/>
            <a:chOff x="4996026" y="2856879"/>
            <a:chExt cx="958850" cy="788670"/>
          </a:xfrm>
        </p:grpSpPr>
        <p:sp>
          <p:nvSpPr>
            <p:cNvPr id="11" name="object 11"/>
            <p:cNvSpPr/>
            <p:nvPr/>
          </p:nvSpPr>
          <p:spPr bwMode="auto">
            <a:xfrm>
              <a:off x="4996026" y="2856879"/>
              <a:ext cx="958850" cy="788670"/>
            </a:xfrm>
            <a:custGeom>
              <a:avLst/>
              <a:gdLst/>
              <a:ahLst/>
              <a:cxnLst/>
              <a:rect l="l" t="t" r="r" b="b"/>
              <a:pathLst>
                <a:path w="958850" h="788670" extrusionOk="0">
                  <a:moveTo>
                    <a:pt x="952336" y="718438"/>
                  </a:moveTo>
                  <a:lnTo>
                    <a:pt x="6041" y="718438"/>
                  </a:lnTo>
                  <a:lnTo>
                    <a:pt x="0" y="724386"/>
                  </a:lnTo>
                  <a:lnTo>
                    <a:pt x="103" y="782468"/>
                  </a:lnTo>
                  <a:lnTo>
                    <a:pt x="5947" y="788405"/>
                  </a:lnTo>
                  <a:lnTo>
                    <a:pt x="952243" y="788405"/>
                  </a:lnTo>
                  <a:lnTo>
                    <a:pt x="958274" y="782468"/>
                  </a:lnTo>
                  <a:lnTo>
                    <a:pt x="958244" y="761474"/>
                  </a:lnTo>
                  <a:lnTo>
                    <a:pt x="26847" y="761474"/>
                  </a:lnTo>
                  <a:lnTo>
                    <a:pt x="26847" y="745087"/>
                  </a:lnTo>
                  <a:lnTo>
                    <a:pt x="958220" y="745087"/>
                  </a:lnTo>
                  <a:lnTo>
                    <a:pt x="958190" y="724386"/>
                  </a:lnTo>
                  <a:lnTo>
                    <a:pt x="952336" y="718438"/>
                  </a:lnTo>
                  <a:close/>
                </a:path>
                <a:path w="958850" h="788670" extrusionOk="0">
                  <a:moveTo>
                    <a:pt x="958220" y="745087"/>
                  </a:moveTo>
                  <a:lnTo>
                    <a:pt x="931448" y="745087"/>
                  </a:lnTo>
                  <a:lnTo>
                    <a:pt x="931448" y="761474"/>
                  </a:lnTo>
                  <a:lnTo>
                    <a:pt x="958244" y="761474"/>
                  </a:lnTo>
                  <a:lnTo>
                    <a:pt x="958220" y="745087"/>
                  </a:lnTo>
                  <a:close/>
                </a:path>
                <a:path w="958850" h="788670" extrusionOk="0">
                  <a:moveTo>
                    <a:pt x="902464" y="675215"/>
                  </a:moveTo>
                  <a:lnTo>
                    <a:pt x="55883" y="675215"/>
                  </a:lnTo>
                  <a:lnTo>
                    <a:pt x="49841" y="681256"/>
                  </a:lnTo>
                  <a:lnTo>
                    <a:pt x="49841" y="718438"/>
                  </a:lnTo>
                  <a:lnTo>
                    <a:pt x="76678" y="718438"/>
                  </a:lnTo>
                  <a:lnTo>
                    <a:pt x="76678" y="701957"/>
                  </a:lnTo>
                  <a:lnTo>
                    <a:pt x="908412" y="701957"/>
                  </a:lnTo>
                  <a:lnTo>
                    <a:pt x="908412" y="681256"/>
                  </a:lnTo>
                  <a:lnTo>
                    <a:pt x="902464" y="675215"/>
                  </a:lnTo>
                  <a:close/>
                </a:path>
                <a:path w="958850" h="788670" extrusionOk="0">
                  <a:moveTo>
                    <a:pt x="908412" y="701957"/>
                  </a:moveTo>
                  <a:lnTo>
                    <a:pt x="881606" y="701957"/>
                  </a:lnTo>
                  <a:lnTo>
                    <a:pt x="881606" y="718438"/>
                  </a:lnTo>
                  <a:lnTo>
                    <a:pt x="908412" y="718438"/>
                  </a:lnTo>
                  <a:lnTo>
                    <a:pt x="908412" y="701957"/>
                  </a:lnTo>
                  <a:close/>
                </a:path>
                <a:path w="958850" h="788670" extrusionOk="0">
                  <a:moveTo>
                    <a:pt x="481325" y="0"/>
                  </a:moveTo>
                  <a:lnTo>
                    <a:pt x="476823" y="0"/>
                  </a:lnTo>
                  <a:lnTo>
                    <a:pt x="473085" y="1916"/>
                  </a:lnTo>
                  <a:lnTo>
                    <a:pt x="56354" y="210370"/>
                  </a:lnTo>
                  <a:lnTo>
                    <a:pt x="56518" y="210370"/>
                  </a:lnTo>
                  <a:lnTo>
                    <a:pt x="56260" y="210559"/>
                  </a:lnTo>
                  <a:lnTo>
                    <a:pt x="55788" y="210757"/>
                  </a:lnTo>
                  <a:lnTo>
                    <a:pt x="55014" y="211333"/>
                  </a:lnTo>
                  <a:lnTo>
                    <a:pt x="54155" y="212192"/>
                  </a:lnTo>
                  <a:lnTo>
                    <a:pt x="53767" y="212475"/>
                  </a:lnTo>
                  <a:lnTo>
                    <a:pt x="53202" y="213051"/>
                  </a:lnTo>
                  <a:lnTo>
                    <a:pt x="52333" y="214202"/>
                  </a:lnTo>
                  <a:lnTo>
                    <a:pt x="52145" y="214496"/>
                  </a:lnTo>
                  <a:lnTo>
                    <a:pt x="51851" y="214873"/>
                  </a:lnTo>
                  <a:lnTo>
                    <a:pt x="50898" y="216789"/>
                  </a:lnTo>
                  <a:lnTo>
                    <a:pt x="50710" y="217270"/>
                  </a:lnTo>
                  <a:lnTo>
                    <a:pt x="50522" y="217658"/>
                  </a:lnTo>
                  <a:lnTo>
                    <a:pt x="50417" y="218035"/>
                  </a:lnTo>
                  <a:lnTo>
                    <a:pt x="50323" y="218516"/>
                  </a:lnTo>
                  <a:lnTo>
                    <a:pt x="50228" y="218904"/>
                  </a:lnTo>
                  <a:lnTo>
                    <a:pt x="50134" y="219375"/>
                  </a:lnTo>
                  <a:lnTo>
                    <a:pt x="50040" y="219762"/>
                  </a:lnTo>
                  <a:lnTo>
                    <a:pt x="49935" y="220715"/>
                  </a:lnTo>
                  <a:lnTo>
                    <a:pt x="49851" y="221490"/>
                  </a:lnTo>
                  <a:lnTo>
                    <a:pt x="49747" y="272473"/>
                  </a:lnTo>
                  <a:lnTo>
                    <a:pt x="55694" y="278515"/>
                  </a:lnTo>
                  <a:lnTo>
                    <a:pt x="137346" y="278515"/>
                  </a:lnTo>
                  <a:lnTo>
                    <a:pt x="137346" y="675215"/>
                  </a:lnTo>
                  <a:lnTo>
                    <a:pt x="164183" y="675215"/>
                  </a:lnTo>
                  <a:lnTo>
                    <a:pt x="164183" y="278326"/>
                  </a:lnTo>
                  <a:lnTo>
                    <a:pt x="902370" y="278326"/>
                  </a:lnTo>
                  <a:lnTo>
                    <a:pt x="908316" y="272473"/>
                  </a:lnTo>
                  <a:lnTo>
                    <a:pt x="908374" y="251583"/>
                  </a:lnTo>
                  <a:lnTo>
                    <a:pt x="76678" y="251583"/>
                  </a:lnTo>
                  <a:lnTo>
                    <a:pt x="76678" y="235197"/>
                  </a:lnTo>
                  <a:lnTo>
                    <a:pt x="908344" y="235197"/>
                  </a:lnTo>
                  <a:lnTo>
                    <a:pt x="908318" y="220715"/>
                  </a:lnTo>
                  <a:lnTo>
                    <a:pt x="908213" y="220150"/>
                  </a:lnTo>
                  <a:lnTo>
                    <a:pt x="908145" y="219762"/>
                  </a:lnTo>
                  <a:lnTo>
                    <a:pt x="908050" y="219375"/>
                  </a:lnTo>
                  <a:lnTo>
                    <a:pt x="907950" y="218904"/>
                  </a:lnTo>
                  <a:lnTo>
                    <a:pt x="907859" y="218516"/>
                  </a:lnTo>
                  <a:lnTo>
                    <a:pt x="907741" y="218035"/>
                  </a:lnTo>
                  <a:lnTo>
                    <a:pt x="907666" y="217658"/>
                  </a:lnTo>
                  <a:lnTo>
                    <a:pt x="907501" y="217270"/>
                  </a:lnTo>
                  <a:lnTo>
                    <a:pt x="907071" y="216412"/>
                  </a:lnTo>
                  <a:lnTo>
                    <a:pt x="906883" y="215930"/>
                  </a:lnTo>
                  <a:lnTo>
                    <a:pt x="906171" y="214496"/>
                  </a:lnTo>
                  <a:lnTo>
                    <a:pt x="905249" y="213344"/>
                  </a:lnTo>
                  <a:lnTo>
                    <a:pt x="904967" y="213051"/>
                  </a:lnTo>
                  <a:lnTo>
                    <a:pt x="904674" y="212674"/>
                  </a:lnTo>
                  <a:lnTo>
                    <a:pt x="904192" y="212192"/>
                  </a:lnTo>
                  <a:lnTo>
                    <a:pt x="903721" y="211805"/>
                  </a:lnTo>
                  <a:lnTo>
                    <a:pt x="903427" y="211522"/>
                  </a:lnTo>
                  <a:lnTo>
                    <a:pt x="903176" y="211333"/>
                  </a:lnTo>
                  <a:lnTo>
                    <a:pt x="902757" y="210946"/>
                  </a:lnTo>
                  <a:lnTo>
                    <a:pt x="901993" y="210370"/>
                  </a:lnTo>
                  <a:lnTo>
                    <a:pt x="898160" y="208454"/>
                  </a:lnTo>
                  <a:lnTo>
                    <a:pt x="119902" y="208454"/>
                  </a:lnTo>
                  <a:lnTo>
                    <a:pt x="479126" y="28847"/>
                  </a:lnTo>
                  <a:lnTo>
                    <a:pt x="538928" y="28847"/>
                  </a:lnTo>
                  <a:lnTo>
                    <a:pt x="485063" y="1916"/>
                  </a:lnTo>
                  <a:lnTo>
                    <a:pt x="481325" y="0"/>
                  </a:lnTo>
                  <a:close/>
                </a:path>
                <a:path w="958850" h="788670" extrusionOk="0">
                  <a:moveTo>
                    <a:pt x="228872" y="278326"/>
                  </a:moveTo>
                  <a:lnTo>
                    <a:pt x="202140" y="278326"/>
                  </a:lnTo>
                  <a:lnTo>
                    <a:pt x="202140" y="675215"/>
                  </a:lnTo>
                  <a:lnTo>
                    <a:pt x="228872" y="675215"/>
                  </a:lnTo>
                  <a:lnTo>
                    <a:pt x="228872" y="278326"/>
                  </a:lnTo>
                  <a:close/>
                </a:path>
                <a:path w="958850" h="788670" extrusionOk="0">
                  <a:moveTo>
                    <a:pt x="361528" y="278326"/>
                  </a:moveTo>
                  <a:lnTo>
                    <a:pt x="334680" y="278326"/>
                  </a:lnTo>
                  <a:lnTo>
                    <a:pt x="334680" y="675215"/>
                  </a:lnTo>
                  <a:lnTo>
                    <a:pt x="361528" y="675215"/>
                  </a:lnTo>
                  <a:lnTo>
                    <a:pt x="361528" y="278326"/>
                  </a:lnTo>
                  <a:close/>
                </a:path>
                <a:path w="958850" h="788670" extrusionOk="0">
                  <a:moveTo>
                    <a:pt x="426217" y="278326"/>
                  </a:moveTo>
                  <a:lnTo>
                    <a:pt x="399485" y="278326"/>
                  </a:lnTo>
                  <a:lnTo>
                    <a:pt x="399485" y="675215"/>
                  </a:lnTo>
                  <a:lnTo>
                    <a:pt x="426217" y="675215"/>
                  </a:lnTo>
                  <a:lnTo>
                    <a:pt x="426217" y="278326"/>
                  </a:lnTo>
                  <a:close/>
                </a:path>
                <a:path w="958850" h="788670" extrusionOk="0">
                  <a:moveTo>
                    <a:pt x="558768" y="278326"/>
                  </a:moveTo>
                  <a:lnTo>
                    <a:pt x="532036" y="278326"/>
                  </a:lnTo>
                  <a:lnTo>
                    <a:pt x="532025" y="675215"/>
                  </a:lnTo>
                  <a:lnTo>
                    <a:pt x="558768" y="675215"/>
                  </a:lnTo>
                  <a:lnTo>
                    <a:pt x="558768" y="278326"/>
                  </a:lnTo>
                  <a:close/>
                </a:path>
                <a:path w="958850" h="788670" extrusionOk="0">
                  <a:moveTo>
                    <a:pt x="623467" y="278326"/>
                  </a:moveTo>
                  <a:lnTo>
                    <a:pt x="596725" y="278326"/>
                  </a:lnTo>
                  <a:lnTo>
                    <a:pt x="596725" y="675215"/>
                  </a:lnTo>
                  <a:lnTo>
                    <a:pt x="623467" y="675215"/>
                  </a:lnTo>
                  <a:lnTo>
                    <a:pt x="623467" y="278326"/>
                  </a:lnTo>
                  <a:close/>
                </a:path>
                <a:path w="958850" h="788670" extrusionOk="0">
                  <a:moveTo>
                    <a:pt x="756113" y="278326"/>
                  </a:moveTo>
                  <a:lnTo>
                    <a:pt x="729276" y="278326"/>
                  </a:lnTo>
                  <a:lnTo>
                    <a:pt x="729276" y="675215"/>
                  </a:lnTo>
                  <a:lnTo>
                    <a:pt x="756113" y="675215"/>
                  </a:lnTo>
                  <a:lnTo>
                    <a:pt x="756113" y="278326"/>
                  </a:lnTo>
                  <a:close/>
                </a:path>
                <a:path w="958850" h="788670" extrusionOk="0">
                  <a:moveTo>
                    <a:pt x="820812" y="278326"/>
                  </a:moveTo>
                  <a:lnTo>
                    <a:pt x="794070" y="278326"/>
                  </a:lnTo>
                  <a:lnTo>
                    <a:pt x="794070" y="675215"/>
                  </a:lnTo>
                  <a:lnTo>
                    <a:pt x="820812" y="675215"/>
                  </a:lnTo>
                  <a:lnTo>
                    <a:pt x="820812" y="278326"/>
                  </a:lnTo>
                  <a:close/>
                </a:path>
                <a:path w="958850" h="788670" extrusionOk="0">
                  <a:moveTo>
                    <a:pt x="908344" y="235197"/>
                  </a:moveTo>
                  <a:lnTo>
                    <a:pt x="881690" y="235197"/>
                  </a:lnTo>
                  <a:lnTo>
                    <a:pt x="881690" y="251583"/>
                  </a:lnTo>
                  <a:lnTo>
                    <a:pt x="908374" y="251583"/>
                  </a:lnTo>
                  <a:lnTo>
                    <a:pt x="908344" y="235197"/>
                  </a:lnTo>
                  <a:close/>
                </a:path>
                <a:path w="958850" h="788670" extrusionOk="0">
                  <a:moveTo>
                    <a:pt x="538928" y="28847"/>
                  </a:moveTo>
                  <a:lnTo>
                    <a:pt x="479126" y="28847"/>
                  </a:lnTo>
                  <a:lnTo>
                    <a:pt x="838351" y="208454"/>
                  </a:lnTo>
                  <a:lnTo>
                    <a:pt x="898160" y="208454"/>
                  </a:lnTo>
                  <a:lnTo>
                    <a:pt x="538928" y="288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12" name="object 12"/>
            <p:cNvSpPr/>
            <p:nvPr/>
          </p:nvSpPr>
          <p:spPr bwMode="auto">
            <a:xfrm>
              <a:off x="5022873" y="2885726"/>
              <a:ext cx="904875" cy="732790"/>
            </a:xfrm>
            <a:custGeom>
              <a:avLst/>
              <a:gdLst/>
              <a:ahLst/>
              <a:cxnLst/>
              <a:rect l="l" t="t" r="r" b="b"/>
              <a:pathLst>
                <a:path w="904875" h="732789" extrusionOk="0">
                  <a:moveTo>
                    <a:pt x="767222" y="646367"/>
                  </a:moveTo>
                  <a:lnTo>
                    <a:pt x="729265" y="646367"/>
                  </a:lnTo>
                  <a:lnTo>
                    <a:pt x="729265" y="249479"/>
                  </a:lnTo>
                  <a:lnTo>
                    <a:pt x="767222" y="249479"/>
                  </a:lnTo>
                  <a:lnTo>
                    <a:pt x="767222" y="646367"/>
                  </a:lnTo>
                  <a:close/>
                </a:path>
                <a:path w="904875" h="732789" extrusionOk="0">
                  <a:moveTo>
                    <a:pt x="596620" y="249479"/>
                  </a:moveTo>
                  <a:lnTo>
                    <a:pt x="702428" y="249479"/>
                  </a:lnTo>
                  <a:lnTo>
                    <a:pt x="702428" y="646367"/>
                  </a:lnTo>
                  <a:lnTo>
                    <a:pt x="596620" y="646367"/>
                  </a:lnTo>
                  <a:lnTo>
                    <a:pt x="596620" y="249479"/>
                  </a:lnTo>
                  <a:close/>
                </a:path>
                <a:path w="904875" h="732789" extrusionOk="0">
                  <a:moveTo>
                    <a:pt x="399370" y="646367"/>
                  </a:moveTo>
                  <a:lnTo>
                    <a:pt x="399370" y="249479"/>
                  </a:lnTo>
                  <a:lnTo>
                    <a:pt x="505188" y="249479"/>
                  </a:lnTo>
                  <a:lnTo>
                    <a:pt x="505178" y="646367"/>
                  </a:lnTo>
                  <a:lnTo>
                    <a:pt x="399370" y="646367"/>
                  </a:lnTo>
                  <a:close/>
                </a:path>
                <a:path w="904875" h="732789" extrusionOk="0">
                  <a:moveTo>
                    <a:pt x="202025" y="249479"/>
                  </a:moveTo>
                  <a:lnTo>
                    <a:pt x="307833" y="249479"/>
                  </a:lnTo>
                  <a:lnTo>
                    <a:pt x="307833" y="646367"/>
                  </a:lnTo>
                  <a:lnTo>
                    <a:pt x="202025" y="646367"/>
                  </a:lnTo>
                  <a:lnTo>
                    <a:pt x="202025" y="249479"/>
                  </a:lnTo>
                  <a:close/>
                </a:path>
                <a:path w="904875" h="732789" extrusionOk="0">
                  <a:moveTo>
                    <a:pt x="334680" y="249479"/>
                  </a:moveTo>
                  <a:lnTo>
                    <a:pt x="372637" y="249479"/>
                  </a:lnTo>
                  <a:lnTo>
                    <a:pt x="372637" y="646367"/>
                  </a:lnTo>
                  <a:lnTo>
                    <a:pt x="334680" y="646367"/>
                  </a:lnTo>
                  <a:lnTo>
                    <a:pt x="334680" y="249479"/>
                  </a:lnTo>
                  <a:close/>
                </a:path>
                <a:path w="904875" h="732789" extrusionOk="0">
                  <a:moveTo>
                    <a:pt x="531920" y="249479"/>
                  </a:moveTo>
                  <a:lnTo>
                    <a:pt x="569877" y="249479"/>
                  </a:lnTo>
                  <a:lnTo>
                    <a:pt x="569877" y="646367"/>
                  </a:lnTo>
                  <a:lnTo>
                    <a:pt x="531920" y="646367"/>
                  </a:lnTo>
                  <a:lnTo>
                    <a:pt x="531920" y="249479"/>
                  </a:lnTo>
                  <a:close/>
                </a:path>
                <a:path w="904875" h="732789" extrusionOk="0">
                  <a:moveTo>
                    <a:pt x="452279" y="0"/>
                  </a:moveTo>
                  <a:lnTo>
                    <a:pt x="811504" y="179607"/>
                  </a:lnTo>
                  <a:lnTo>
                    <a:pt x="93054" y="179607"/>
                  </a:lnTo>
                  <a:lnTo>
                    <a:pt x="452279" y="0"/>
                  </a:lnTo>
                  <a:close/>
                </a:path>
                <a:path w="904875" h="732789" extrusionOk="0">
                  <a:moveTo>
                    <a:pt x="49830" y="206349"/>
                  </a:moveTo>
                  <a:lnTo>
                    <a:pt x="854843" y="206349"/>
                  </a:lnTo>
                  <a:lnTo>
                    <a:pt x="854843" y="222736"/>
                  </a:lnTo>
                  <a:lnTo>
                    <a:pt x="49830" y="222736"/>
                  </a:lnTo>
                  <a:lnTo>
                    <a:pt x="49830" y="206349"/>
                  </a:lnTo>
                  <a:close/>
                </a:path>
                <a:path w="904875" h="732789" extrusionOk="0">
                  <a:moveTo>
                    <a:pt x="137336" y="249479"/>
                  </a:moveTo>
                  <a:lnTo>
                    <a:pt x="175293" y="249479"/>
                  </a:lnTo>
                  <a:lnTo>
                    <a:pt x="175293" y="646367"/>
                  </a:lnTo>
                  <a:lnTo>
                    <a:pt x="137336" y="646367"/>
                  </a:lnTo>
                  <a:lnTo>
                    <a:pt x="137336" y="249479"/>
                  </a:lnTo>
                  <a:close/>
                </a:path>
                <a:path w="904875" h="732789" extrusionOk="0">
                  <a:moveTo>
                    <a:pt x="49830" y="673110"/>
                  </a:moveTo>
                  <a:lnTo>
                    <a:pt x="854759" y="673110"/>
                  </a:lnTo>
                  <a:lnTo>
                    <a:pt x="854759" y="689497"/>
                  </a:lnTo>
                  <a:lnTo>
                    <a:pt x="49830" y="689497"/>
                  </a:lnTo>
                  <a:lnTo>
                    <a:pt x="49830" y="673110"/>
                  </a:lnTo>
                  <a:close/>
                </a:path>
                <a:path w="904875" h="732789" extrusionOk="0">
                  <a:moveTo>
                    <a:pt x="904600" y="732626"/>
                  </a:moveTo>
                  <a:lnTo>
                    <a:pt x="0" y="732626"/>
                  </a:lnTo>
                  <a:lnTo>
                    <a:pt x="0" y="716239"/>
                  </a:lnTo>
                  <a:lnTo>
                    <a:pt x="904600" y="716239"/>
                  </a:lnTo>
                  <a:lnTo>
                    <a:pt x="904600" y="732626"/>
                  </a:lnTo>
                  <a:close/>
                </a:path>
              </a:pathLst>
            </a:custGeom>
            <a:grpFill/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13" name="object 13"/>
            <p:cNvPicPr/>
            <p:nvPr/>
          </p:nvPicPr>
          <p:blipFill rotWithShape="1">
            <a:blip r:embed="rId6"/>
            <a:stretch/>
          </p:blipFill>
          <p:spPr bwMode="auto">
            <a:xfrm>
              <a:off x="5426278" y="2925905"/>
              <a:ext cx="97714" cy="97714"/>
            </a:xfrm>
            <a:prstGeom prst="rect">
              <a:avLst/>
            </a:prstGeom>
          </p:spPr>
        </p:pic>
      </p:grpSp>
      <p:sp>
        <p:nvSpPr>
          <p:cNvPr id="1197622918" name="object 14"/>
          <p:cNvSpPr txBox="1"/>
          <p:nvPr/>
        </p:nvSpPr>
        <p:spPr bwMode="auto">
          <a:xfrm>
            <a:off x="4981911" y="6537954"/>
            <a:ext cx="13452138" cy="15824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100"/>
              </a:spcBef>
              <a:defRPr/>
            </a:pPr>
            <a:r>
              <a:rPr sz="5100" dirty="0">
                <a:latin typeface="Nunito Sans Normal"/>
                <a:cs typeface="Arial"/>
              </a:rPr>
              <a:t>Open</a:t>
            </a:r>
            <a:r>
              <a:rPr sz="5100" spc="-190" dirty="0">
                <a:latin typeface="Nunito Sans Normal"/>
                <a:cs typeface="Arial"/>
              </a:rPr>
              <a:t> </a:t>
            </a:r>
            <a:r>
              <a:rPr sz="5100" spc="-114" dirty="0">
                <a:latin typeface="Nunito Sans Normal"/>
                <a:cs typeface="Arial"/>
              </a:rPr>
              <a:t>Science</a:t>
            </a:r>
            <a:r>
              <a:rPr sz="5100" spc="-185" dirty="0">
                <a:latin typeface="Nunito Sans Normal"/>
                <a:cs typeface="Arial"/>
              </a:rPr>
              <a:t> </a:t>
            </a:r>
            <a:r>
              <a:rPr sz="5100" dirty="0">
                <a:latin typeface="Nunito Sans Normal"/>
                <a:cs typeface="Arial"/>
              </a:rPr>
              <a:t>is</a:t>
            </a:r>
            <a:r>
              <a:rPr sz="5100" spc="-190" dirty="0">
                <a:latin typeface="Nunito Sans Normal"/>
                <a:cs typeface="Arial"/>
              </a:rPr>
              <a:t> </a:t>
            </a:r>
            <a:r>
              <a:rPr sz="5100" b="1" spc="140" dirty="0">
                <a:latin typeface="Nunito Sans Normal"/>
                <a:cs typeface="Arial"/>
              </a:rPr>
              <a:t>not</a:t>
            </a:r>
            <a:r>
              <a:rPr sz="5100" b="1" spc="-185" dirty="0">
                <a:latin typeface="Nunito Sans Normal"/>
                <a:cs typeface="Arial"/>
              </a:rPr>
              <a:t> </a:t>
            </a:r>
            <a:r>
              <a:rPr lang="nl-NL" sz="5100" b="1" dirty="0" err="1">
                <a:latin typeface="Nunito Sans Normal"/>
                <a:cs typeface="Arial"/>
              </a:rPr>
              <a:t>yet</a:t>
            </a:r>
            <a:r>
              <a:rPr lang="nl-NL" sz="5100" b="1" dirty="0">
                <a:latin typeface="Nunito Sans Normal"/>
                <a:cs typeface="Arial"/>
              </a:rPr>
              <a:t> </a:t>
            </a:r>
            <a:r>
              <a:rPr lang="nl-NL" sz="5100" dirty="0" err="1">
                <a:latin typeface="Nunito Sans Normal"/>
                <a:cs typeface="Arial"/>
              </a:rPr>
              <a:t>considered</a:t>
            </a:r>
            <a:r>
              <a:rPr sz="5100" spc="-190" dirty="0">
                <a:latin typeface="Nunito Sans Normal"/>
                <a:cs typeface="Arial"/>
              </a:rPr>
              <a:t> </a:t>
            </a:r>
            <a:r>
              <a:rPr sz="5100" spc="65" dirty="0">
                <a:latin typeface="Nunito Sans Normal"/>
                <a:cs typeface="Arial"/>
              </a:rPr>
              <a:t>the </a:t>
            </a:r>
            <a:r>
              <a:rPr sz="5100" spc="155" dirty="0">
                <a:latin typeface="Nunito Sans Normal"/>
                <a:cs typeface="Arial"/>
              </a:rPr>
              <a:t>n</a:t>
            </a:r>
            <a:r>
              <a:rPr lang="nl-NL" sz="5100" spc="155" dirty="0" err="1">
                <a:latin typeface="Nunito Sans Normal"/>
                <a:cs typeface="Arial"/>
              </a:rPr>
              <a:t>orm</a:t>
            </a:r>
            <a:r>
              <a:rPr sz="5100" spc="-100" dirty="0">
                <a:latin typeface="Nunito Sans Normal"/>
                <a:cs typeface="Arial"/>
              </a:rPr>
              <a:t> </a:t>
            </a:r>
            <a:r>
              <a:rPr sz="5100" spc="105" dirty="0">
                <a:latin typeface="Nunito Sans Normal"/>
                <a:cs typeface="Arial"/>
              </a:rPr>
              <a:t>by</a:t>
            </a:r>
            <a:r>
              <a:rPr sz="5100" spc="-95" dirty="0">
                <a:latin typeface="Nunito Sans Normal"/>
                <a:cs typeface="Arial"/>
              </a:rPr>
              <a:t> </a:t>
            </a:r>
            <a:r>
              <a:rPr sz="5100" spc="90" dirty="0">
                <a:latin typeface="Nunito Sans Normal"/>
                <a:cs typeface="Arial"/>
              </a:rPr>
              <a:t>the</a:t>
            </a:r>
            <a:r>
              <a:rPr sz="5100" spc="-95" dirty="0">
                <a:latin typeface="Nunito Sans Normal"/>
                <a:cs typeface="Arial"/>
              </a:rPr>
              <a:t> </a:t>
            </a:r>
            <a:r>
              <a:rPr sz="5100" spc="145" dirty="0">
                <a:latin typeface="Nunito Sans Normal"/>
                <a:cs typeface="Arial"/>
              </a:rPr>
              <a:t>wider</a:t>
            </a:r>
            <a:r>
              <a:rPr sz="5100" spc="-100" dirty="0">
                <a:latin typeface="Nunito Sans Normal"/>
                <a:cs typeface="Arial"/>
              </a:rPr>
              <a:t> </a:t>
            </a:r>
            <a:r>
              <a:rPr lang="nl-NL" sz="5100" spc="-100" dirty="0" err="1">
                <a:latin typeface="Nunito Sans Normal"/>
                <a:cs typeface="Arial"/>
              </a:rPr>
              <a:t>academic</a:t>
            </a:r>
            <a:r>
              <a:rPr lang="nl-NL" sz="5100" spc="-100" dirty="0">
                <a:latin typeface="Nunito Sans Normal"/>
                <a:cs typeface="Arial"/>
              </a:rPr>
              <a:t> </a:t>
            </a:r>
            <a:r>
              <a:rPr sz="5100" spc="-10" dirty="0">
                <a:latin typeface="Nunito Sans Normal"/>
                <a:cs typeface="Arial"/>
              </a:rPr>
              <a:t>communities.</a:t>
            </a:r>
            <a:endParaRPr sz="5100" dirty="0">
              <a:latin typeface="Nunito Sans Normal"/>
              <a:cs typeface="Arial"/>
            </a:endParaRPr>
          </a:p>
        </p:txBody>
      </p:sp>
      <p:grpSp>
        <p:nvGrpSpPr>
          <p:cNvPr id="1936970657" name="object 22"/>
          <p:cNvGrpSpPr/>
          <p:nvPr/>
        </p:nvGrpSpPr>
        <p:grpSpPr bwMode="auto">
          <a:xfrm>
            <a:off x="1077185" y="9802495"/>
            <a:ext cx="3250565" cy="1033780"/>
            <a:chOff x="1077185" y="9534709"/>
            <a:chExt cx="3250565" cy="1033780"/>
          </a:xfrm>
        </p:grpSpPr>
        <p:sp>
          <p:nvSpPr>
            <p:cNvPr id="20" name="object 23"/>
            <p:cNvSpPr/>
            <p:nvPr/>
          </p:nvSpPr>
          <p:spPr bwMode="auto">
            <a:xfrm>
              <a:off x="3197254" y="9683903"/>
              <a:ext cx="1121410" cy="673735"/>
            </a:xfrm>
            <a:custGeom>
              <a:avLst/>
              <a:gdLst/>
              <a:ahLst/>
              <a:cxnLst/>
              <a:rect l="l" t="t" r="r" b="b"/>
              <a:pathLst>
                <a:path w="1121410" h="673734" extrusionOk="0">
                  <a:moveTo>
                    <a:pt x="60165" y="0"/>
                  </a:moveTo>
                  <a:lnTo>
                    <a:pt x="0" y="0"/>
                  </a:lnTo>
                  <a:lnTo>
                    <a:pt x="0" y="673236"/>
                  </a:lnTo>
                  <a:lnTo>
                    <a:pt x="73537" y="673236"/>
                  </a:lnTo>
                  <a:lnTo>
                    <a:pt x="73537" y="131786"/>
                  </a:lnTo>
                  <a:lnTo>
                    <a:pt x="158948" y="131786"/>
                  </a:lnTo>
                  <a:lnTo>
                    <a:pt x="60165" y="0"/>
                  </a:lnTo>
                  <a:close/>
                </a:path>
                <a:path w="1121410" h="673734" extrusionOk="0">
                  <a:moveTo>
                    <a:pt x="158948" y="131786"/>
                  </a:moveTo>
                  <a:lnTo>
                    <a:pt x="73537" y="131786"/>
                  </a:lnTo>
                  <a:lnTo>
                    <a:pt x="479388" y="673236"/>
                  </a:lnTo>
                  <a:lnTo>
                    <a:pt x="539543" y="673236"/>
                  </a:lnTo>
                  <a:lnTo>
                    <a:pt x="539543" y="541449"/>
                  </a:lnTo>
                  <a:lnTo>
                    <a:pt x="466017" y="541449"/>
                  </a:lnTo>
                  <a:lnTo>
                    <a:pt x="158948" y="131786"/>
                  </a:lnTo>
                  <a:close/>
                </a:path>
                <a:path w="1121410" h="673734" extrusionOk="0">
                  <a:moveTo>
                    <a:pt x="539543" y="0"/>
                  </a:moveTo>
                  <a:lnTo>
                    <a:pt x="466017" y="0"/>
                  </a:lnTo>
                  <a:lnTo>
                    <a:pt x="466017" y="541449"/>
                  </a:lnTo>
                  <a:lnTo>
                    <a:pt x="539543" y="541449"/>
                  </a:lnTo>
                  <a:lnTo>
                    <a:pt x="539543" y="0"/>
                  </a:lnTo>
                  <a:close/>
                </a:path>
                <a:path w="1121410" h="673734" extrusionOk="0">
                  <a:moveTo>
                    <a:pt x="784007" y="0"/>
                  </a:moveTo>
                  <a:lnTo>
                    <a:pt x="705706" y="0"/>
                  </a:lnTo>
                  <a:lnTo>
                    <a:pt x="705706" y="673236"/>
                  </a:lnTo>
                  <a:lnTo>
                    <a:pt x="1121107" y="673236"/>
                  </a:lnTo>
                  <a:lnTo>
                    <a:pt x="1121107" y="606389"/>
                  </a:lnTo>
                  <a:lnTo>
                    <a:pt x="784007" y="606389"/>
                  </a:lnTo>
                  <a:lnTo>
                    <a:pt x="784007" y="0"/>
                  </a:lnTo>
                  <a:close/>
                </a:path>
              </a:pathLst>
            </a:custGeom>
            <a:solidFill>
              <a:srgbClr val="EA792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21" name="object 24"/>
            <p:cNvPicPr/>
            <p:nvPr/>
          </p:nvPicPr>
          <p:blipFill rotWithShape="1">
            <a:blip r:embed="rId7"/>
            <a:stretch/>
          </p:blipFill>
          <p:spPr bwMode="auto">
            <a:xfrm>
              <a:off x="1077185" y="9534709"/>
              <a:ext cx="3250398" cy="1033513"/>
            </a:xfrm>
            <a:prstGeom prst="rect">
              <a:avLst/>
            </a:prstGeom>
          </p:spPr>
        </p:pic>
      </p:grpSp>
      <p:sp>
        <p:nvSpPr>
          <p:cNvPr id="2114287001" name="object 25"/>
          <p:cNvSpPr txBox="1">
            <a:spLocks noGrp="1"/>
          </p:cNvSpPr>
          <p:nvPr>
            <p:ph type="ftr" sz="quarter" idx="5"/>
          </p:nvPr>
        </p:nvSpPr>
        <p:spPr bwMode="auto">
          <a:xfrm>
            <a:off x="4946650" y="10078108"/>
            <a:ext cx="14410988" cy="75790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  <a:defRPr/>
            </a:pPr>
            <a:r>
              <a:rPr sz="4800">
                <a:latin typeface="Nunito Sans Normal"/>
              </a:rPr>
              <a:t>SHAPING</a:t>
            </a:r>
            <a:r>
              <a:rPr sz="4800" spc="-65">
                <a:latin typeface="Nunito Sans Normal"/>
              </a:rPr>
              <a:t> </a:t>
            </a:r>
            <a:r>
              <a:rPr sz="4800">
                <a:latin typeface="Nunito Sans Normal"/>
              </a:rPr>
              <a:t>CULTURAL</a:t>
            </a:r>
            <a:r>
              <a:rPr sz="4800" spc="-65">
                <a:latin typeface="Nunito Sans Normal"/>
              </a:rPr>
              <a:t> </a:t>
            </a:r>
            <a:r>
              <a:rPr sz="4800">
                <a:latin typeface="Nunito Sans Normal"/>
              </a:rPr>
              <a:t>CHANGE</a:t>
            </a:r>
            <a:r>
              <a:rPr sz="4800" spc="-60">
                <a:latin typeface="Nunito Sans Normal"/>
              </a:rPr>
              <a:t> </a:t>
            </a:r>
            <a:r>
              <a:rPr sz="4800" spc="-25">
                <a:latin typeface="Nunito Sans Normal"/>
              </a:rPr>
              <a:t>TOGETHER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895527" name="object 2"/>
          <p:cNvSpPr txBox="1"/>
          <p:nvPr/>
        </p:nvSpPr>
        <p:spPr bwMode="auto">
          <a:xfrm>
            <a:off x="6442557" y="7221442"/>
            <a:ext cx="7629449" cy="3661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3729" marR="5080" indent="-1891664" algn="ctr">
              <a:lnSpc>
                <a:spcPct val="100400"/>
              </a:lnSpc>
              <a:spcBef>
                <a:spcPts val="95"/>
              </a:spcBef>
              <a:defRPr/>
            </a:pPr>
            <a:r>
              <a:rPr sz="2300">
                <a:latin typeface="Nunito Sans Normal"/>
                <a:cs typeface="Arial"/>
              </a:rPr>
              <a:t>The</a:t>
            </a:r>
            <a:r>
              <a:rPr sz="2300" spc="25">
                <a:latin typeface="Nunito Sans Normal"/>
                <a:cs typeface="Arial"/>
              </a:rPr>
              <a:t> </a:t>
            </a:r>
            <a:r>
              <a:rPr sz="2300">
                <a:latin typeface="Nunito Sans Normal"/>
                <a:cs typeface="Arial"/>
              </a:rPr>
              <a:t>Innovation</a:t>
            </a:r>
            <a:r>
              <a:rPr sz="2300" spc="30">
                <a:latin typeface="Nunito Sans Normal"/>
                <a:cs typeface="Arial"/>
              </a:rPr>
              <a:t> </a:t>
            </a:r>
            <a:r>
              <a:rPr sz="2300" spc="55">
                <a:latin typeface="Nunito Sans Normal"/>
                <a:cs typeface="Arial"/>
              </a:rPr>
              <a:t>Adoption</a:t>
            </a:r>
            <a:r>
              <a:rPr sz="2300" spc="25">
                <a:latin typeface="Nunito Sans Normal"/>
                <a:cs typeface="Arial"/>
              </a:rPr>
              <a:t> </a:t>
            </a:r>
            <a:r>
              <a:rPr sz="2300">
                <a:latin typeface="Nunito Sans Normal"/>
                <a:cs typeface="Arial"/>
              </a:rPr>
              <a:t>Lifecycle</a:t>
            </a:r>
            <a:r>
              <a:rPr sz="2300" spc="30">
                <a:latin typeface="Nunito Sans Normal"/>
                <a:cs typeface="Arial"/>
              </a:rPr>
              <a:t> </a:t>
            </a:r>
            <a:r>
              <a:rPr sz="2300" spc="-25">
                <a:solidFill>
                  <a:srgbClr val="EA792F"/>
                </a:solidFill>
                <a:latin typeface="Nunito Sans Normal"/>
                <a:cs typeface="Arial"/>
              </a:rPr>
              <a:t>(Rogers,</a:t>
            </a:r>
            <a:r>
              <a:rPr sz="2300" spc="-55">
                <a:solidFill>
                  <a:srgbClr val="EA792F"/>
                </a:solidFill>
                <a:latin typeface="Nunito Sans Normal"/>
                <a:cs typeface="Arial"/>
              </a:rPr>
              <a:t> </a:t>
            </a:r>
            <a:r>
              <a:rPr sz="2300" spc="60">
                <a:solidFill>
                  <a:srgbClr val="EA792F"/>
                </a:solidFill>
                <a:latin typeface="Nunito Sans Normal"/>
                <a:cs typeface="Arial"/>
              </a:rPr>
              <a:t>2003)</a:t>
            </a:r>
            <a:endParaRPr sz="2300">
              <a:latin typeface="Nunito Sans Normal"/>
              <a:cs typeface="Arial"/>
            </a:endParaRPr>
          </a:p>
        </p:txBody>
      </p:sp>
      <p:grpSp>
        <p:nvGrpSpPr>
          <p:cNvPr id="1647284423" name="object 3"/>
          <p:cNvGrpSpPr/>
          <p:nvPr/>
        </p:nvGrpSpPr>
        <p:grpSpPr bwMode="auto">
          <a:xfrm>
            <a:off x="5495813" y="992710"/>
            <a:ext cx="8923020" cy="5569585"/>
            <a:chOff x="5495813" y="992710"/>
            <a:chExt cx="8923020" cy="5569585"/>
          </a:xfrm>
        </p:grpSpPr>
        <p:pic>
          <p:nvPicPr>
            <p:cNvPr id="4" name="object 4"/>
            <p:cNvPicPr/>
            <p:nvPr/>
          </p:nvPicPr>
          <p:blipFill rotWithShape="1">
            <a:blip r:embed="rId3"/>
            <a:stretch/>
          </p:blipFill>
          <p:spPr bwMode="auto">
            <a:xfrm>
              <a:off x="6209235" y="992710"/>
              <a:ext cx="8209174" cy="55692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 bwMode="auto">
            <a:xfrm>
              <a:off x="5511688" y="6043598"/>
              <a:ext cx="1442085" cy="0"/>
            </a:xfrm>
            <a:custGeom>
              <a:avLst/>
              <a:gdLst/>
              <a:ahLst/>
              <a:cxnLst/>
              <a:rect l="l" t="t" r="r" b="b"/>
              <a:pathLst>
                <a:path w="1442084" extrusionOk="0">
                  <a:moveTo>
                    <a:pt x="0" y="0"/>
                  </a:moveTo>
                  <a:lnTo>
                    <a:pt x="1441600" y="0"/>
                  </a:lnTo>
                </a:path>
              </a:pathLst>
            </a:custGeom>
            <a:grpFill/>
            <a:ln w="31412">
              <a:solidFill>
                <a:srgbClr val="636363"/>
              </a:solidFill>
              <a:prstDash val="dot"/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6" name="object 6"/>
            <p:cNvSpPr/>
            <p:nvPr/>
          </p:nvSpPr>
          <p:spPr bwMode="auto">
            <a:xfrm>
              <a:off x="6984080" y="6027891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0" y="15706"/>
                  </a:moveTo>
                  <a:lnTo>
                    <a:pt x="4600" y="4600"/>
                  </a:lnTo>
                  <a:lnTo>
                    <a:pt x="15706" y="0"/>
                  </a:lnTo>
                  <a:lnTo>
                    <a:pt x="26812" y="4600"/>
                  </a:lnTo>
                  <a:lnTo>
                    <a:pt x="31412" y="15706"/>
                  </a:lnTo>
                  <a:lnTo>
                    <a:pt x="26812" y="26812"/>
                  </a:lnTo>
                  <a:lnTo>
                    <a:pt x="15706" y="31412"/>
                  </a:lnTo>
                  <a:lnTo>
                    <a:pt x="4600" y="26812"/>
                  </a:lnTo>
                  <a:lnTo>
                    <a:pt x="0" y="15706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</p:grpSp>
      <p:sp>
        <p:nvSpPr>
          <p:cNvPr id="1229591347" name="object 7"/>
          <p:cNvSpPr txBox="1"/>
          <p:nvPr/>
        </p:nvSpPr>
        <p:spPr bwMode="auto">
          <a:xfrm>
            <a:off x="2966776" y="5803311"/>
            <a:ext cx="222821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z="2600" spc="-10">
                <a:latin typeface="Nunito Sans Normal"/>
                <a:cs typeface="Arial"/>
              </a:rPr>
              <a:t>INNOVATORS</a:t>
            </a:r>
            <a:endParaRPr sz="2600">
              <a:latin typeface="Nunito Sans Normal"/>
              <a:cs typeface="Arial"/>
            </a:endParaRPr>
          </a:p>
        </p:txBody>
      </p:sp>
      <p:sp>
        <p:nvSpPr>
          <p:cNvPr id="1940885851" name="object 8"/>
          <p:cNvSpPr/>
          <p:nvPr/>
        </p:nvSpPr>
        <p:spPr bwMode="auto">
          <a:xfrm>
            <a:off x="5402976" y="6027891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 extrusionOk="0">
                <a:moveTo>
                  <a:pt x="0" y="15706"/>
                </a:moveTo>
                <a:lnTo>
                  <a:pt x="4600" y="4600"/>
                </a:lnTo>
                <a:lnTo>
                  <a:pt x="15706" y="0"/>
                </a:lnTo>
                <a:lnTo>
                  <a:pt x="26812" y="4600"/>
                </a:lnTo>
                <a:lnTo>
                  <a:pt x="31412" y="15706"/>
                </a:lnTo>
                <a:lnTo>
                  <a:pt x="26812" y="26812"/>
                </a:lnTo>
                <a:lnTo>
                  <a:pt x="15706" y="31412"/>
                </a:lnTo>
                <a:lnTo>
                  <a:pt x="4600" y="26812"/>
                </a:lnTo>
                <a:lnTo>
                  <a:pt x="0" y="15706"/>
                </a:lnTo>
                <a:close/>
              </a:path>
            </a:pathLst>
          </a:custGeom>
          <a:solidFill>
            <a:srgbClr val="636363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>
              <a:latin typeface="Nunito Sans Normal"/>
            </a:endParaRPr>
          </a:p>
        </p:txBody>
      </p:sp>
      <p:sp>
        <p:nvSpPr>
          <p:cNvPr id="917474256" name="object 9"/>
          <p:cNvSpPr txBox="1"/>
          <p:nvPr/>
        </p:nvSpPr>
        <p:spPr bwMode="auto">
          <a:xfrm>
            <a:off x="3288324" y="4625461"/>
            <a:ext cx="294640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z="2600" spc="-60">
                <a:latin typeface="Nunito Sans Normal"/>
                <a:cs typeface="Arial"/>
              </a:rPr>
              <a:t>EARLY</a:t>
            </a:r>
            <a:r>
              <a:rPr sz="2600" spc="-90">
                <a:latin typeface="Nunito Sans Normal"/>
                <a:cs typeface="Arial"/>
              </a:rPr>
              <a:t> </a:t>
            </a:r>
            <a:r>
              <a:rPr sz="2600" spc="-25">
                <a:latin typeface="Nunito Sans Normal"/>
                <a:cs typeface="Arial"/>
              </a:rPr>
              <a:t>ADOPTERS</a:t>
            </a:r>
            <a:endParaRPr sz="2600">
              <a:latin typeface="Nunito Sans Normal"/>
              <a:cs typeface="Arial"/>
            </a:endParaRPr>
          </a:p>
        </p:txBody>
      </p:sp>
      <p:grpSp>
        <p:nvGrpSpPr>
          <p:cNvPr id="1994418622" name="object 10"/>
          <p:cNvGrpSpPr/>
          <p:nvPr/>
        </p:nvGrpSpPr>
        <p:grpSpPr bwMode="auto">
          <a:xfrm>
            <a:off x="6442561" y="2547640"/>
            <a:ext cx="7629525" cy="2334260"/>
            <a:chOff x="6442561" y="2547640"/>
            <a:chExt cx="7629525" cy="2334260"/>
          </a:xfrm>
        </p:grpSpPr>
        <p:sp>
          <p:nvSpPr>
            <p:cNvPr id="11" name="object 11"/>
            <p:cNvSpPr/>
            <p:nvPr/>
          </p:nvSpPr>
          <p:spPr bwMode="auto">
            <a:xfrm>
              <a:off x="6551274" y="4865746"/>
              <a:ext cx="1442085" cy="0"/>
            </a:xfrm>
            <a:custGeom>
              <a:avLst/>
              <a:gdLst/>
              <a:ahLst/>
              <a:cxnLst/>
              <a:rect l="l" t="t" r="r" b="b"/>
              <a:pathLst>
                <a:path w="1442084" extrusionOk="0">
                  <a:moveTo>
                    <a:pt x="0" y="0"/>
                  </a:moveTo>
                  <a:lnTo>
                    <a:pt x="1441600" y="0"/>
                  </a:lnTo>
                </a:path>
              </a:pathLst>
            </a:custGeom>
            <a:grpFill/>
            <a:ln w="31412">
              <a:solidFill>
                <a:srgbClr val="636363"/>
              </a:solidFill>
              <a:prstDash val="dot"/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12" name="object 12"/>
            <p:cNvSpPr/>
            <p:nvPr/>
          </p:nvSpPr>
          <p:spPr bwMode="auto">
            <a:xfrm>
              <a:off x="6442557" y="4850047"/>
              <a:ext cx="1612900" cy="31750"/>
            </a:xfrm>
            <a:custGeom>
              <a:avLst/>
              <a:gdLst/>
              <a:ahLst/>
              <a:cxnLst/>
              <a:rect l="l" t="t" r="r" b="b"/>
              <a:pathLst>
                <a:path w="1612900" h="31750" extrusionOk="0">
                  <a:moveTo>
                    <a:pt x="31407" y="15709"/>
                  </a:moveTo>
                  <a:lnTo>
                    <a:pt x="26809" y="4597"/>
                  </a:lnTo>
                  <a:lnTo>
                    <a:pt x="15709" y="0"/>
                  </a:lnTo>
                  <a:lnTo>
                    <a:pt x="4597" y="4597"/>
                  </a:lnTo>
                  <a:lnTo>
                    <a:pt x="0" y="15709"/>
                  </a:lnTo>
                  <a:lnTo>
                    <a:pt x="4597" y="26809"/>
                  </a:lnTo>
                  <a:lnTo>
                    <a:pt x="15709" y="31407"/>
                  </a:lnTo>
                  <a:lnTo>
                    <a:pt x="26809" y="26809"/>
                  </a:lnTo>
                  <a:lnTo>
                    <a:pt x="31407" y="15709"/>
                  </a:lnTo>
                  <a:close/>
                </a:path>
                <a:path w="1612900" h="31750" extrusionOk="0">
                  <a:moveTo>
                    <a:pt x="1612519" y="15709"/>
                  </a:moveTo>
                  <a:lnTo>
                    <a:pt x="1607908" y="4597"/>
                  </a:lnTo>
                  <a:lnTo>
                    <a:pt x="1596809" y="0"/>
                  </a:lnTo>
                  <a:lnTo>
                    <a:pt x="1585696" y="4597"/>
                  </a:lnTo>
                  <a:lnTo>
                    <a:pt x="1581099" y="15709"/>
                  </a:lnTo>
                  <a:lnTo>
                    <a:pt x="1585696" y="26809"/>
                  </a:lnTo>
                  <a:lnTo>
                    <a:pt x="1596809" y="31407"/>
                  </a:lnTo>
                  <a:lnTo>
                    <a:pt x="1607908" y="26809"/>
                  </a:lnTo>
                  <a:lnTo>
                    <a:pt x="1612519" y="15709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13" name="object 13"/>
            <p:cNvSpPr/>
            <p:nvPr/>
          </p:nvSpPr>
          <p:spPr bwMode="auto">
            <a:xfrm>
              <a:off x="7546091" y="2563347"/>
              <a:ext cx="1442085" cy="0"/>
            </a:xfrm>
            <a:custGeom>
              <a:avLst/>
              <a:gdLst/>
              <a:ahLst/>
              <a:cxnLst/>
              <a:rect l="l" t="t" r="r" b="b"/>
              <a:pathLst>
                <a:path w="1442084" extrusionOk="0">
                  <a:moveTo>
                    <a:pt x="0" y="0"/>
                  </a:moveTo>
                  <a:lnTo>
                    <a:pt x="1441600" y="0"/>
                  </a:lnTo>
                </a:path>
              </a:pathLst>
            </a:custGeom>
            <a:grpFill/>
            <a:ln w="31412">
              <a:solidFill>
                <a:srgbClr val="636363"/>
              </a:solidFill>
              <a:prstDash val="dot"/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14" name="object 14"/>
            <p:cNvSpPr/>
            <p:nvPr/>
          </p:nvSpPr>
          <p:spPr bwMode="auto">
            <a:xfrm>
              <a:off x="7437374" y="2547651"/>
              <a:ext cx="1612900" cy="31750"/>
            </a:xfrm>
            <a:custGeom>
              <a:avLst/>
              <a:gdLst/>
              <a:ahLst/>
              <a:cxnLst/>
              <a:rect l="l" t="t" r="r" b="b"/>
              <a:pathLst>
                <a:path w="1612900" h="31750" extrusionOk="0">
                  <a:moveTo>
                    <a:pt x="31407" y="15697"/>
                  </a:moveTo>
                  <a:lnTo>
                    <a:pt x="26809" y="4597"/>
                  </a:lnTo>
                  <a:lnTo>
                    <a:pt x="15709" y="0"/>
                  </a:lnTo>
                  <a:lnTo>
                    <a:pt x="4597" y="4597"/>
                  </a:lnTo>
                  <a:lnTo>
                    <a:pt x="0" y="15697"/>
                  </a:lnTo>
                  <a:lnTo>
                    <a:pt x="4597" y="26809"/>
                  </a:lnTo>
                  <a:lnTo>
                    <a:pt x="15709" y="31407"/>
                  </a:lnTo>
                  <a:lnTo>
                    <a:pt x="26809" y="26809"/>
                  </a:lnTo>
                  <a:lnTo>
                    <a:pt x="31407" y="15697"/>
                  </a:lnTo>
                  <a:close/>
                </a:path>
                <a:path w="1612900" h="31750" extrusionOk="0">
                  <a:moveTo>
                    <a:pt x="1612519" y="15697"/>
                  </a:moveTo>
                  <a:lnTo>
                    <a:pt x="1607921" y="4597"/>
                  </a:lnTo>
                  <a:lnTo>
                    <a:pt x="1596809" y="0"/>
                  </a:lnTo>
                  <a:lnTo>
                    <a:pt x="1585709" y="4597"/>
                  </a:lnTo>
                  <a:lnTo>
                    <a:pt x="1581099" y="15697"/>
                  </a:lnTo>
                  <a:lnTo>
                    <a:pt x="1585709" y="26809"/>
                  </a:lnTo>
                  <a:lnTo>
                    <a:pt x="1596809" y="31407"/>
                  </a:lnTo>
                  <a:lnTo>
                    <a:pt x="1607921" y="26809"/>
                  </a:lnTo>
                  <a:lnTo>
                    <a:pt x="1612519" y="15697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15" name="object 15"/>
            <p:cNvSpPr/>
            <p:nvPr/>
          </p:nvSpPr>
          <p:spPr bwMode="auto">
            <a:xfrm>
              <a:off x="11605743" y="2563347"/>
              <a:ext cx="1442085" cy="0"/>
            </a:xfrm>
            <a:custGeom>
              <a:avLst/>
              <a:gdLst/>
              <a:ahLst/>
              <a:cxnLst/>
              <a:rect l="l" t="t" r="r" b="b"/>
              <a:pathLst>
                <a:path w="1442084" extrusionOk="0">
                  <a:moveTo>
                    <a:pt x="0" y="0"/>
                  </a:moveTo>
                  <a:lnTo>
                    <a:pt x="1441600" y="0"/>
                  </a:lnTo>
                </a:path>
              </a:pathLst>
            </a:custGeom>
            <a:grpFill/>
            <a:ln w="31412">
              <a:solidFill>
                <a:srgbClr val="636363"/>
              </a:solidFill>
              <a:prstDash val="dot"/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16" name="object 16"/>
            <p:cNvSpPr/>
            <p:nvPr/>
          </p:nvSpPr>
          <p:spPr bwMode="auto">
            <a:xfrm>
              <a:off x="11497029" y="2547651"/>
              <a:ext cx="1612900" cy="31750"/>
            </a:xfrm>
            <a:custGeom>
              <a:avLst/>
              <a:gdLst/>
              <a:ahLst/>
              <a:cxnLst/>
              <a:rect l="l" t="t" r="r" b="b"/>
              <a:pathLst>
                <a:path w="1612900" h="31750" extrusionOk="0">
                  <a:moveTo>
                    <a:pt x="31407" y="15697"/>
                  </a:moveTo>
                  <a:lnTo>
                    <a:pt x="26809" y="4597"/>
                  </a:lnTo>
                  <a:lnTo>
                    <a:pt x="15697" y="0"/>
                  </a:lnTo>
                  <a:lnTo>
                    <a:pt x="4597" y="4597"/>
                  </a:lnTo>
                  <a:lnTo>
                    <a:pt x="0" y="15697"/>
                  </a:lnTo>
                  <a:lnTo>
                    <a:pt x="4597" y="26809"/>
                  </a:lnTo>
                  <a:lnTo>
                    <a:pt x="15697" y="31407"/>
                  </a:lnTo>
                  <a:lnTo>
                    <a:pt x="26809" y="26809"/>
                  </a:lnTo>
                  <a:lnTo>
                    <a:pt x="31407" y="15697"/>
                  </a:lnTo>
                  <a:close/>
                </a:path>
                <a:path w="1612900" h="31750" extrusionOk="0">
                  <a:moveTo>
                    <a:pt x="1612506" y="15697"/>
                  </a:moveTo>
                  <a:lnTo>
                    <a:pt x="1607908" y="4597"/>
                  </a:lnTo>
                  <a:lnTo>
                    <a:pt x="1596809" y="0"/>
                  </a:lnTo>
                  <a:lnTo>
                    <a:pt x="1585696" y="4597"/>
                  </a:lnTo>
                  <a:lnTo>
                    <a:pt x="1581099" y="15697"/>
                  </a:lnTo>
                  <a:lnTo>
                    <a:pt x="1585696" y="26809"/>
                  </a:lnTo>
                  <a:lnTo>
                    <a:pt x="1596809" y="31407"/>
                  </a:lnTo>
                  <a:lnTo>
                    <a:pt x="1607908" y="26809"/>
                  </a:lnTo>
                  <a:lnTo>
                    <a:pt x="1612506" y="15697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17" name="object 17"/>
            <p:cNvSpPr/>
            <p:nvPr/>
          </p:nvSpPr>
          <p:spPr bwMode="auto">
            <a:xfrm>
              <a:off x="12567828" y="4865746"/>
              <a:ext cx="1442085" cy="0"/>
            </a:xfrm>
            <a:custGeom>
              <a:avLst/>
              <a:gdLst/>
              <a:ahLst/>
              <a:cxnLst/>
              <a:rect l="l" t="t" r="r" b="b"/>
              <a:pathLst>
                <a:path w="1442084" extrusionOk="0">
                  <a:moveTo>
                    <a:pt x="0" y="0"/>
                  </a:moveTo>
                  <a:lnTo>
                    <a:pt x="1441600" y="0"/>
                  </a:lnTo>
                </a:path>
              </a:pathLst>
            </a:custGeom>
            <a:grpFill/>
            <a:ln w="31412">
              <a:solidFill>
                <a:srgbClr val="636363"/>
              </a:solidFill>
              <a:prstDash val="dot"/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18" name="object 18"/>
            <p:cNvSpPr/>
            <p:nvPr/>
          </p:nvSpPr>
          <p:spPr bwMode="auto">
            <a:xfrm>
              <a:off x="12459106" y="4850047"/>
              <a:ext cx="1612900" cy="31750"/>
            </a:xfrm>
            <a:custGeom>
              <a:avLst/>
              <a:gdLst/>
              <a:ahLst/>
              <a:cxnLst/>
              <a:rect l="l" t="t" r="r" b="b"/>
              <a:pathLst>
                <a:path w="1612900" h="31750" extrusionOk="0">
                  <a:moveTo>
                    <a:pt x="31419" y="15709"/>
                  </a:moveTo>
                  <a:lnTo>
                    <a:pt x="26809" y="4597"/>
                  </a:lnTo>
                  <a:lnTo>
                    <a:pt x="15709" y="0"/>
                  </a:lnTo>
                  <a:lnTo>
                    <a:pt x="4597" y="4597"/>
                  </a:lnTo>
                  <a:lnTo>
                    <a:pt x="0" y="15709"/>
                  </a:lnTo>
                  <a:lnTo>
                    <a:pt x="4597" y="26809"/>
                  </a:lnTo>
                  <a:lnTo>
                    <a:pt x="15709" y="31407"/>
                  </a:lnTo>
                  <a:lnTo>
                    <a:pt x="26809" y="26809"/>
                  </a:lnTo>
                  <a:lnTo>
                    <a:pt x="31419" y="15709"/>
                  </a:lnTo>
                  <a:close/>
                </a:path>
                <a:path w="1612900" h="31750" extrusionOk="0">
                  <a:moveTo>
                    <a:pt x="1612519" y="15709"/>
                  </a:moveTo>
                  <a:lnTo>
                    <a:pt x="1607921" y="4597"/>
                  </a:lnTo>
                  <a:lnTo>
                    <a:pt x="1596809" y="0"/>
                  </a:lnTo>
                  <a:lnTo>
                    <a:pt x="1585709" y="4597"/>
                  </a:lnTo>
                  <a:lnTo>
                    <a:pt x="1581111" y="15709"/>
                  </a:lnTo>
                  <a:lnTo>
                    <a:pt x="1585709" y="26809"/>
                  </a:lnTo>
                  <a:lnTo>
                    <a:pt x="1596809" y="31407"/>
                  </a:lnTo>
                  <a:lnTo>
                    <a:pt x="1607921" y="26809"/>
                  </a:lnTo>
                  <a:lnTo>
                    <a:pt x="1612519" y="15709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</p:grpSp>
      <p:sp>
        <p:nvSpPr>
          <p:cNvPr id="1753619084" name="object 19"/>
          <p:cNvSpPr txBox="1"/>
          <p:nvPr/>
        </p:nvSpPr>
        <p:spPr bwMode="auto">
          <a:xfrm>
            <a:off x="4464746" y="2323061"/>
            <a:ext cx="276479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z="2600" spc="-60">
                <a:latin typeface="Nunito Sans Normal"/>
                <a:cs typeface="Arial"/>
              </a:rPr>
              <a:t>EARLY</a:t>
            </a:r>
            <a:r>
              <a:rPr sz="2600" spc="-90">
                <a:latin typeface="Nunito Sans Normal"/>
                <a:cs typeface="Arial"/>
              </a:rPr>
              <a:t> </a:t>
            </a:r>
            <a:r>
              <a:rPr sz="2600" spc="-60">
                <a:latin typeface="Nunito Sans Normal"/>
                <a:cs typeface="Arial"/>
              </a:rPr>
              <a:t>MAJORITY</a:t>
            </a:r>
            <a:endParaRPr sz="2600">
              <a:latin typeface="Nunito Sans Normal"/>
              <a:cs typeface="Arial"/>
            </a:endParaRPr>
          </a:p>
        </p:txBody>
      </p:sp>
      <p:sp>
        <p:nvSpPr>
          <p:cNvPr id="309952541" name="object 20"/>
          <p:cNvSpPr txBox="1"/>
          <p:nvPr/>
        </p:nvSpPr>
        <p:spPr bwMode="auto">
          <a:xfrm>
            <a:off x="13372552" y="2323061"/>
            <a:ext cx="25425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z="2600">
                <a:latin typeface="Nunito Sans Normal"/>
                <a:cs typeface="Arial"/>
              </a:rPr>
              <a:t>LATE</a:t>
            </a:r>
            <a:r>
              <a:rPr sz="2600" spc="-114">
                <a:latin typeface="Nunito Sans Normal"/>
                <a:cs typeface="Arial"/>
              </a:rPr>
              <a:t> </a:t>
            </a:r>
            <a:r>
              <a:rPr sz="2600" spc="-60">
                <a:latin typeface="Nunito Sans Normal"/>
                <a:cs typeface="Arial"/>
              </a:rPr>
              <a:t>MAJORITY</a:t>
            </a:r>
            <a:endParaRPr sz="2600">
              <a:latin typeface="Nunito Sans Normal"/>
              <a:cs typeface="Arial"/>
            </a:endParaRPr>
          </a:p>
        </p:txBody>
      </p:sp>
      <p:sp>
        <p:nvSpPr>
          <p:cNvPr id="98657957" name="object 21"/>
          <p:cNvSpPr txBox="1"/>
          <p:nvPr/>
        </p:nvSpPr>
        <p:spPr bwMode="auto">
          <a:xfrm>
            <a:off x="14271401" y="4625461"/>
            <a:ext cx="1861819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z="2600" spc="-10">
                <a:latin typeface="Nunito Sans Normal"/>
                <a:cs typeface="Arial"/>
              </a:rPr>
              <a:t>LAGGARDS</a:t>
            </a:r>
            <a:endParaRPr sz="2600">
              <a:latin typeface="Nunito Sans Normal"/>
              <a:cs typeface="Arial"/>
            </a:endParaRPr>
          </a:p>
        </p:txBody>
      </p:sp>
      <p:grpSp>
        <p:nvGrpSpPr>
          <p:cNvPr id="1642761588" name="object 22"/>
          <p:cNvGrpSpPr/>
          <p:nvPr/>
        </p:nvGrpSpPr>
        <p:grpSpPr bwMode="auto">
          <a:xfrm>
            <a:off x="1077185" y="9802495"/>
            <a:ext cx="3250565" cy="1033780"/>
            <a:chOff x="1077185" y="9534709"/>
            <a:chExt cx="3250565" cy="1033780"/>
          </a:xfrm>
        </p:grpSpPr>
        <p:sp>
          <p:nvSpPr>
            <p:cNvPr id="23" name="object 23"/>
            <p:cNvSpPr/>
            <p:nvPr/>
          </p:nvSpPr>
          <p:spPr bwMode="auto">
            <a:xfrm>
              <a:off x="3197254" y="9683903"/>
              <a:ext cx="1121410" cy="673735"/>
            </a:xfrm>
            <a:custGeom>
              <a:avLst/>
              <a:gdLst/>
              <a:ahLst/>
              <a:cxnLst/>
              <a:rect l="l" t="t" r="r" b="b"/>
              <a:pathLst>
                <a:path w="1121410" h="673734" extrusionOk="0">
                  <a:moveTo>
                    <a:pt x="60165" y="0"/>
                  </a:moveTo>
                  <a:lnTo>
                    <a:pt x="0" y="0"/>
                  </a:lnTo>
                  <a:lnTo>
                    <a:pt x="0" y="673236"/>
                  </a:lnTo>
                  <a:lnTo>
                    <a:pt x="73537" y="673236"/>
                  </a:lnTo>
                  <a:lnTo>
                    <a:pt x="73537" y="131786"/>
                  </a:lnTo>
                  <a:lnTo>
                    <a:pt x="158948" y="131786"/>
                  </a:lnTo>
                  <a:lnTo>
                    <a:pt x="60165" y="0"/>
                  </a:lnTo>
                  <a:close/>
                </a:path>
                <a:path w="1121410" h="673734" extrusionOk="0">
                  <a:moveTo>
                    <a:pt x="158948" y="131786"/>
                  </a:moveTo>
                  <a:lnTo>
                    <a:pt x="73537" y="131786"/>
                  </a:lnTo>
                  <a:lnTo>
                    <a:pt x="479388" y="673236"/>
                  </a:lnTo>
                  <a:lnTo>
                    <a:pt x="539543" y="673236"/>
                  </a:lnTo>
                  <a:lnTo>
                    <a:pt x="539543" y="541449"/>
                  </a:lnTo>
                  <a:lnTo>
                    <a:pt x="466017" y="541449"/>
                  </a:lnTo>
                  <a:lnTo>
                    <a:pt x="158948" y="131786"/>
                  </a:lnTo>
                  <a:close/>
                </a:path>
                <a:path w="1121410" h="673734" extrusionOk="0">
                  <a:moveTo>
                    <a:pt x="539543" y="0"/>
                  </a:moveTo>
                  <a:lnTo>
                    <a:pt x="466017" y="0"/>
                  </a:lnTo>
                  <a:lnTo>
                    <a:pt x="466017" y="541449"/>
                  </a:lnTo>
                  <a:lnTo>
                    <a:pt x="539543" y="541449"/>
                  </a:lnTo>
                  <a:lnTo>
                    <a:pt x="539543" y="0"/>
                  </a:lnTo>
                  <a:close/>
                </a:path>
                <a:path w="1121410" h="673734" extrusionOk="0">
                  <a:moveTo>
                    <a:pt x="784007" y="0"/>
                  </a:moveTo>
                  <a:lnTo>
                    <a:pt x="705706" y="0"/>
                  </a:lnTo>
                  <a:lnTo>
                    <a:pt x="705706" y="673236"/>
                  </a:lnTo>
                  <a:lnTo>
                    <a:pt x="1121107" y="673236"/>
                  </a:lnTo>
                  <a:lnTo>
                    <a:pt x="1121107" y="606389"/>
                  </a:lnTo>
                  <a:lnTo>
                    <a:pt x="784007" y="606389"/>
                  </a:lnTo>
                  <a:lnTo>
                    <a:pt x="784007" y="0"/>
                  </a:lnTo>
                  <a:close/>
                </a:path>
              </a:pathLst>
            </a:custGeom>
            <a:solidFill>
              <a:srgbClr val="EA792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24" name="object 24"/>
            <p:cNvPicPr/>
            <p:nvPr/>
          </p:nvPicPr>
          <p:blipFill rotWithShape="1">
            <a:blip r:embed="rId4"/>
            <a:stretch/>
          </p:blipFill>
          <p:spPr bwMode="auto">
            <a:xfrm>
              <a:off x="1077185" y="9534709"/>
              <a:ext cx="3250398" cy="1033513"/>
            </a:xfrm>
            <a:prstGeom prst="rect">
              <a:avLst/>
            </a:prstGeom>
          </p:spPr>
        </p:pic>
      </p:grpSp>
      <p:sp>
        <p:nvSpPr>
          <p:cNvPr id="1122623443" name="object 25"/>
          <p:cNvSpPr txBox="1">
            <a:spLocks noGrp="1"/>
          </p:cNvSpPr>
          <p:nvPr>
            <p:ph type="ftr" sz="quarter" idx="5"/>
          </p:nvPr>
        </p:nvSpPr>
        <p:spPr bwMode="auto">
          <a:xfrm>
            <a:off x="4946650" y="10078108"/>
            <a:ext cx="14410988" cy="75790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  <a:defRPr/>
            </a:pPr>
            <a:r>
              <a:rPr sz="4800">
                <a:latin typeface="Nunito Sans Normal"/>
              </a:rPr>
              <a:t>SHAPING</a:t>
            </a:r>
            <a:r>
              <a:rPr sz="4800" spc="-65">
                <a:latin typeface="Nunito Sans Normal"/>
              </a:rPr>
              <a:t> </a:t>
            </a:r>
            <a:r>
              <a:rPr sz="4800">
                <a:latin typeface="Nunito Sans Normal"/>
              </a:rPr>
              <a:t>CULTURAL</a:t>
            </a:r>
            <a:r>
              <a:rPr sz="4800" spc="-65">
                <a:latin typeface="Nunito Sans Normal"/>
              </a:rPr>
              <a:t> </a:t>
            </a:r>
            <a:r>
              <a:rPr sz="4800">
                <a:latin typeface="Nunito Sans Normal"/>
              </a:rPr>
              <a:t>CHANGE</a:t>
            </a:r>
            <a:r>
              <a:rPr sz="4800" spc="-60">
                <a:latin typeface="Nunito Sans Normal"/>
              </a:rPr>
              <a:t> </a:t>
            </a:r>
            <a:r>
              <a:rPr sz="4800" spc="-25">
                <a:latin typeface="Nunito Sans Normal"/>
              </a:rPr>
              <a:t>TOGETHER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05825" name="object 2"/>
          <p:cNvSpPr txBox="1"/>
          <p:nvPr/>
        </p:nvSpPr>
        <p:spPr bwMode="auto">
          <a:xfrm>
            <a:off x="2966776" y="5803311"/>
            <a:ext cx="222821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z="2600" spc="-10">
                <a:latin typeface="Nunito Sans Normal"/>
                <a:cs typeface="Arial"/>
              </a:rPr>
              <a:t>INNOVATORS</a:t>
            </a:r>
            <a:endParaRPr sz="2600">
              <a:latin typeface="Nunito Sans Normal"/>
              <a:cs typeface="Arial"/>
            </a:endParaRPr>
          </a:p>
        </p:txBody>
      </p:sp>
      <p:sp>
        <p:nvSpPr>
          <p:cNvPr id="1057596876" name="object 3"/>
          <p:cNvSpPr/>
          <p:nvPr/>
        </p:nvSpPr>
        <p:spPr bwMode="auto">
          <a:xfrm>
            <a:off x="5402976" y="6027891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 extrusionOk="0">
                <a:moveTo>
                  <a:pt x="0" y="15706"/>
                </a:moveTo>
                <a:lnTo>
                  <a:pt x="4600" y="4600"/>
                </a:lnTo>
                <a:lnTo>
                  <a:pt x="15706" y="0"/>
                </a:lnTo>
                <a:lnTo>
                  <a:pt x="26812" y="4600"/>
                </a:lnTo>
                <a:lnTo>
                  <a:pt x="31412" y="15706"/>
                </a:lnTo>
                <a:lnTo>
                  <a:pt x="26812" y="26812"/>
                </a:lnTo>
                <a:lnTo>
                  <a:pt x="15706" y="31412"/>
                </a:lnTo>
                <a:lnTo>
                  <a:pt x="4600" y="26812"/>
                </a:lnTo>
                <a:lnTo>
                  <a:pt x="0" y="15706"/>
                </a:lnTo>
                <a:close/>
              </a:path>
            </a:pathLst>
          </a:custGeom>
          <a:solidFill>
            <a:srgbClr val="636363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>
              <a:latin typeface="Nunito Sans Normal"/>
            </a:endParaRPr>
          </a:p>
        </p:txBody>
      </p:sp>
      <p:sp>
        <p:nvSpPr>
          <p:cNvPr id="58251748" name="object 4"/>
          <p:cNvSpPr txBox="1"/>
          <p:nvPr/>
        </p:nvSpPr>
        <p:spPr bwMode="auto">
          <a:xfrm>
            <a:off x="3288324" y="4625461"/>
            <a:ext cx="294640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z="2600" spc="-60">
                <a:latin typeface="Nunito Sans Normal"/>
                <a:cs typeface="Arial"/>
              </a:rPr>
              <a:t>EARLY</a:t>
            </a:r>
            <a:r>
              <a:rPr sz="2600" spc="-90">
                <a:latin typeface="Nunito Sans Normal"/>
                <a:cs typeface="Arial"/>
              </a:rPr>
              <a:t> </a:t>
            </a:r>
            <a:r>
              <a:rPr sz="2600" spc="-25">
                <a:latin typeface="Nunito Sans Normal"/>
                <a:cs typeface="Arial"/>
              </a:rPr>
              <a:t>ADOPTERS</a:t>
            </a:r>
            <a:endParaRPr sz="2600">
              <a:latin typeface="Nunito Sans Normal"/>
              <a:cs typeface="Arial"/>
            </a:endParaRPr>
          </a:p>
        </p:txBody>
      </p:sp>
      <p:grpSp>
        <p:nvGrpSpPr>
          <p:cNvPr id="784566312" name="object 5"/>
          <p:cNvGrpSpPr/>
          <p:nvPr/>
        </p:nvGrpSpPr>
        <p:grpSpPr bwMode="auto">
          <a:xfrm>
            <a:off x="6442561" y="2547640"/>
            <a:ext cx="7629525" cy="2334260"/>
            <a:chOff x="6442561" y="2547640"/>
            <a:chExt cx="7629525" cy="2334260"/>
          </a:xfrm>
        </p:grpSpPr>
        <p:sp>
          <p:nvSpPr>
            <p:cNvPr id="6" name="object 6"/>
            <p:cNvSpPr/>
            <p:nvPr/>
          </p:nvSpPr>
          <p:spPr bwMode="auto">
            <a:xfrm>
              <a:off x="6551274" y="4865746"/>
              <a:ext cx="1442085" cy="0"/>
            </a:xfrm>
            <a:custGeom>
              <a:avLst/>
              <a:gdLst/>
              <a:ahLst/>
              <a:cxnLst/>
              <a:rect l="l" t="t" r="r" b="b"/>
              <a:pathLst>
                <a:path w="1442084" extrusionOk="0">
                  <a:moveTo>
                    <a:pt x="0" y="0"/>
                  </a:moveTo>
                  <a:lnTo>
                    <a:pt x="1441600" y="0"/>
                  </a:lnTo>
                </a:path>
              </a:pathLst>
            </a:custGeom>
            <a:grpFill/>
            <a:ln w="31412">
              <a:solidFill>
                <a:srgbClr val="636363"/>
              </a:solidFill>
              <a:prstDash val="dot"/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7" name="object 7"/>
            <p:cNvSpPr/>
            <p:nvPr/>
          </p:nvSpPr>
          <p:spPr bwMode="auto">
            <a:xfrm>
              <a:off x="6442557" y="4850047"/>
              <a:ext cx="1612900" cy="31750"/>
            </a:xfrm>
            <a:custGeom>
              <a:avLst/>
              <a:gdLst/>
              <a:ahLst/>
              <a:cxnLst/>
              <a:rect l="l" t="t" r="r" b="b"/>
              <a:pathLst>
                <a:path w="1612900" h="31750" extrusionOk="0">
                  <a:moveTo>
                    <a:pt x="31407" y="15709"/>
                  </a:moveTo>
                  <a:lnTo>
                    <a:pt x="26809" y="4597"/>
                  </a:lnTo>
                  <a:lnTo>
                    <a:pt x="15709" y="0"/>
                  </a:lnTo>
                  <a:lnTo>
                    <a:pt x="4597" y="4597"/>
                  </a:lnTo>
                  <a:lnTo>
                    <a:pt x="0" y="15709"/>
                  </a:lnTo>
                  <a:lnTo>
                    <a:pt x="4597" y="26809"/>
                  </a:lnTo>
                  <a:lnTo>
                    <a:pt x="15709" y="31407"/>
                  </a:lnTo>
                  <a:lnTo>
                    <a:pt x="26809" y="26809"/>
                  </a:lnTo>
                  <a:lnTo>
                    <a:pt x="31407" y="15709"/>
                  </a:lnTo>
                  <a:close/>
                </a:path>
                <a:path w="1612900" h="31750" extrusionOk="0">
                  <a:moveTo>
                    <a:pt x="1612519" y="15709"/>
                  </a:moveTo>
                  <a:lnTo>
                    <a:pt x="1607908" y="4597"/>
                  </a:lnTo>
                  <a:lnTo>
                    <a:pt x="1596809" y="0"/>
                  </a:lnTo>
                  <a:lnTo>
                    <a:pt x="1585696" y="4597"/>
                  </a:lnTo>
                  <a:lnTo>
                    <a:pt x="1581099" y="15709"/>
                  </a:lnTo>
                  <a:lnTo>
                    <a:pt x="1585696" y="26809"/>
                  </a:lnTo>
                  <a:lnTo>
                    <a:pt x="1596809" y="31407"/>
                  </a:lnTo>
                  <a:lnTo>
                    <a:pt x="1607908" y="26809"/>
                  </a:lnTo>
                  <a:lnTo>
                    <a:pt x="1612519" y="15709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8" name="object 8"/>
            <p:cNvSpPr/>
            <p:nvPr/>
          </p:nvSpPr>
          <p:spPr bwMode="auto">
            <a:xfrm>
              <a:off x="7546091" y="2563347"/>
              <a:ext cx="1442085" cy="0"/>
            </a:xfrm>
            <a:custGeom>
              <a:avLst/>
              <a:gdLst/>
              <a:ahLst/>
              <a:cxnLst/>
              <a:rect l="l" t="t" r="r" b="b"/>
              <a:pathLst>
                <a:path w="1442084" extrusionOk="0">
                  <a:moveTo>
                    <a:pt x="0" y="0"/>
                  </a:moveTo>
                  <a:lnTo>
                    <a:pt x="1441600" y="0"/>
                  </a:lnTo>
                </a:path>
              </a:pathLst>
            </a:custGeom>
            <a:grpFill/>
            <a:ln w="31412">
              <a:solidFill>
                <a:srgbClr val="636363"/>
              </a:solidFill>
              <a:prstDash val="dot"/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9" name="object 9"/>
            <p:cNvSpPr/>
            <p:nvPr/>
          </p:nvSpPr>
          <p:spPr bwMode="auto">
            <a:xfrm>
              <a:off x="7437374" y="2547651"/>
              <a:ext cx="1612900" cy="31750"/>
            </a:xfrm>
            <a:custGeom>
              <a:avLst/>
              <a:gdLst/>
              <a:ahLst/>
              <a:cxnLst/>
              <a:rect l="l" t="t" r="r" b="b"/>
              <a:pathLst>
                <a:path w="1612900" h="31750" extrusionOk="0">
                  <a:moveTo>
                    <a:pt x="31407" y="15697"/>
                  </a:moveTo>
                  <a:lnTo>
                    <a:pt x="26809" y="4597"/>
                  </a:lnTo>
                  <a:lnTo>
                    <a:pt x="15709" y="0"/>
                  </a:lnTo>
                  <a:lnTo>
                    <a:pt x="4597" y="4597"/>
                  </a:lnTo>
                  <a:lnTo>
                    <a:pt x="0" y="15697"/>
                  </a:lnTo>
                  <a:lnTo>
                    <a:pt x="4597" y="26809"/>
                  </a:lnTo>
                  <a:lnTo>
                    <a:pt x="15709" y="31407"/>
                  </a:lnTo>
                  <a:lnTo>
                    <a:pt x="26809" y="26809"/>
                  </a:lnTo>
                  <a:lnTo>
                    <a:pt x="31407" y="15697"/>
                  </a:lnTo>
                  <a:close/>
                </a:path>
                <a:path w="1612900" h="31750" extrusionOk="0">
                  <a:moveTo>
                    <a:pt x="1612519" y="15697"/>
                  </a:moveTo>
                  <a:lnTo>
                    <a:pt x="1607921" y="4597"/>
                  </a:lnTo>
                  <a:lnTo>
                    <a:pt x="1596809" y="0"/>
                  </a:lnTo>
                  <a:lnTo>
                    <a:pt x="1585709" y="4597"/>
                  </a:lnTo>
                  <a:lnTo>
                    <a:pt x="1581099" y="15697"/>
                  </a:lnTo>
                  <a:lnTo>
                    <a:pt x="1585709" y="26809"/>
                  </a:lnTo>
                  <a:lnTo>
                    <a:pt x="1596809" y="31407"/>
                  </a:lnTo>
                  <a:lnTo>
                    <a:pt x="1607921" y="26809"/>
                  </a:lnTo>
                  <a:lnTo>
                    <a:pt x="1612519" y="15697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10" name="object 10"/>
            <p:cNvSpPr/>
            <p:nvPr/>
          </p:nvSpPr>
          <p:spPr bwMode="auto">
            <a:xfrm>
              <a:off x="11605743" y="2563347"/>
              <a:ext cx="1442085" cy="0"/>
            </a:xfrm>
            <a:custGeom>
              <a:avLst/>
              <a:gdLst/>
              <a:ahLst/>
              <a:cxnLst/>
              <a:rect l="l" t="t" r="r" b="b"/>
              <a:pathLst>
                <a:path w="1442084" extrusionOk="0">
                  <a:moveTo>
                    <a:pt x="0" y="0"/>
                  </a:moveTo>
                  <a:lnTo>
                    <a:pt x="1441600" y="0"/>
                  </a:lnTo>
                </a:path>
              </a:pathLst>
            </a:custGeom>
            <a:grpFill/>
            <a:ln w="31412">
              <a:solidFill>
                <a:srgbClr val="636363"/>
              </a:solidFill>
              <a:prstDash val="dot"/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11" name="object 11"/>
            <p:cNvSpPr/>
            <p:nvPr/>
          </p:nvSpPr>
          <p:spPr bwMode="auto">
            <a:xfrm>
              <a:off x="11497029" y="2547651"/>
              <a:ext cx="1612900" cy="31750"/>
            </a:xfrm>
            <a:custGeom>
              <a:avLst/>
              <a:gdLst/>
              <a:ahLst/>
              <a:cxnLst/>
              <a:rect l="l" t="t" r="r" b="b"/>
              <a:pathLst>
                <a:path w="1612900" h="31750" extrusionOk="0">
                  <a:moveTo>
                    <a:pt x="31407" y="15697"/>
                  </a:moveTo>
                  <a:lnTo>
                    <a:pt x="26809" y="4597"/>
                  </a:lnTo>
                  <a:lnTo>
                    <a:pt x="15697" y="0"/>
                  </a:lnTo>
                  <a:lnTo>
                    <a:pt x="4597" y="4597"/>
                  </a:lnTo>
                  <a:lnTo>
                    <a:pt x="0" y="15697"/>
                  </a:lnTo>
                  <a:lnTo>
                    <a:pt x="4597" y="26809"/>
                  </a:lnTo>
                  <a:lnTo>
                    <a:pt x="15697" y="31407"/>
                  </a:lnTo>
                  <a:lnTo>
                    <a:pt x="26809" y="26809"/>
                  </a:lnTo>
                  <a:lnTo>
                    <a:pt x="31407" y="15697"/>
                  </a:lnTo>
                  <a:close/>
                </a:path>
                <a:path w="1612900" h="31750" extrusionOk="0">
                  <a:moveTo>
                    <a:pt x="1612506" y="15697"/>
                  </a:moveTo>
                  <a:lnTo>
                    <a:pt x="1607908" y="4597"/>
                  </a:lnTo>
                  <a:lnTo>
                    <a:pt x="1596809" y="0"/>
                  </a:lnTo>
                  <a:lnTo>
                    <a:pt x="1585696" y="4597"/>
                  </a:lnTo>
                  <a:lnTo>
                    <a:pt x="1581099" y="15697"/>
                  </a:lnTo>
                  <a:lnTo>
                    <a:pt x="1585696" y="26809"/>
                  </a:lnTo>
                  <a:lnTo>
                    <a:pt x="1596809" y="31407"/>
                  </a:lnTo>
                  <a:lnTo>
                    <a:pt x="1607908" y="26809"/>
                  </a:lnTo>
                  <a:lnTo>
                    <a:pt x="1612506" y="15697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12" name="object 12"/>
            <p:cNvSpPr/>
            <p:nvPr/>
          </p:nvSpPr>
          <p:spPr bwMode="auto">
            <a:xfrm>
              <a:off x="12567828" y="4865746"/>
              <a:ext cx="1442085" cy="0"/>
            </a:xfrm>
            <a:custGeom>
              <a:avLst/>
              <a:gdLst/>
              <a:ahLst/>
              <a:cxnLst/>
              <a:rect l="l" t="t" r="r" b="b"/>
              <a:pathLst>
                <a:path w="1442084" extrusionOk="0">
                  <a:moveTo>
                    <a:pt x="0" y="0"/>
                  </a:moveTo>
                  <a:lnTo>
                    <a:pt x="1441600" y="0"/>
                  </a:lnTo>
                </a:path>
              </a:pathLst>
            </a:custGeom>
            <a:grpFill/>
            <a:ln w="31412">
              <a:solidFill>
                <a:srgbClr val="636363"/>
              </a:solidFill>
              <a:prstDash val="dot"/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13" name="object 13"/>
            <p:cNvSpPr/>
            <p:nvPr/>
          </p:nvSpPr>
          <p:spPr bwMode="auto">
            <a:xfrm>
              <a:off x="12459106" y="4850047"/>
              <a:ext cx="1612900" cy="31750"/>
            </a:xfrm>
            <a:custGeom>
              <a:avLst/>
              <a:gdLst/>
              <a:ahLst/>
              <a:cxnLst/>
              <a:rect l="l" t="t" r="r" b="b"/>
              <a:pathLst>
                <a:path w="1612900" h="31750" extrusionOk="0">
                  <a:moveTo>
                    <a:pt x="31419" y="15709"/>
                  </a:moveTo>
                  <a:lnTo>
                    <a:pt x="26809" y="4597"/>
                  </a:lnTo>
                  <a:lnTo>
                    <a:pt x="15709" y="0"/>
                  </a:lnTo>
                  <a:lnTo>
                    <a:pt x="4597" y="4597"/>
                  </a:lnTo>
                  <a:lnTo>
                    <a:pt x="0" y="15709"/>
                  </a:lnTo>
                  <a:lnTo>
                    <a:pt x="4597" y="26809"/>
                  </a:lnTo>
                  <a:lnTo>
                    <a:pt x="15709" y="31407"/>
                  </a:lnTo>
                  <a:lnTo>
                    <a:pt x="26809" y="26809"/>
                  </a:lnTo>
                  <a:lnTo>
                    <a:pt x="31419" y="15709"/>
                  </a:lnTo>
                  <a:close/>
                </a:path>
                <a:path w="1612900" h="31750" extrusionOk="0">
                  <a:moveTo>
                    <a:pt x="1612519" y="15709"/>
                  </a:moveTo>
                  <a:lnTo>
                    <a:pt x="1607921" y="4597"/>
                  </a:lnTo>
                  <a:lnTo>
                    <a:pt x="1596809" y="0"/>
                  </a:lnTo>
                  <a:lnTo>
                    <a:pt x="1585709" y="4597"/>
                  </a:lnTo>
                  <a:lnTo>
                    <a:pt x="1581111" y="15709"/>
                  </a:lnTo>
                  <a:lnTo>
                    <a:pt x="1585709" y="26809"/>
                  </a:lnTo>
                  <a:lnTo>
                    <a:pt x="1596809" y="31407"/>
                  </a:lnTo>
                  <a:lnTo>
                    <a:pt x="1607921" y="26809"/>
                  </a:lnTo>
                  <a:lnTo>
                    <a:pt x="1612519" y="15709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</p:grpSp>
      <p:sp>
        <p:nvSpPr>
          <p:cNvPr id="1432915785" name="object 14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pc="-60">
                <a:latin typeface="Nunito Sans Normal"/>
              </a:rPr>
              <a:t>EARLY</a:t>
            </a:r>
            <a:r>
              <a:rPr spc="-90">
                <a:latin typeface="Nunito Sans Normal"/>
              </a:rPr>
              <a:t> </a:t>
            </a:r>
            <a:r>
              <a:rPr spc="-60">
                <a:latin typeface="Nunito Sans Normal"/>
              </a:rPr>
              <a:t>MAJORITY</a:t>
            </a:r>
            <a:endParaRPr/>
          </a:p>
        </p:txBody>
      </p:sp>
      <p:sp>
        <p:nvSpPr>
          <p:cNvPr id="1815817118" name="object 15"/>
          <p:cNvSpPr txBox="1"/>
          <p:nvPr/>
        </p:nvSpPr>
        <p:spPr bwMode="auto">
          <a:xfrm>
            <a:off x="13372552" y="2323061"/>
            <a:ext cx="25425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z="2600">
                <a:latin typeface="Nunito Sans Normal"/>
                <a:cs typeface="Arial"/>
              </a:rPr>
              <a:t>LATE</a:t>
            </a:r>
            <a:r>
              <a:rPr sz="2600" spc="-114">
                <a:latin typeface="Nunito Sans Normal"/>
                <a:cs typeface="Arial"/>
              </a:rPr>
              <a:t> </a:t>
            </a:r>
            <a:r>
              <a:rPr sz="2600" spc="-60">
                <a:latin typeface="Nunito Sans Normal"/>
                <a:cs typeface="Arial"/>
              </a:rPr>
              <a:t>MAJORITY</a:t>
            </a:r>
            <a:endParaRPr sz="2600">
              <a:latin typeface="Nunito Sans Normal"/>
              <a:cs typeface="Arial"/>
            </a:endParaRPr>
          </a:p>
        </p:txBody>
      </p:sp>
      <p:sp>
        <p:nvSpPr>
          <p:cNvPr id="35558961" name="object 16"/>
          <p:cNvSpPr txBox="1"/>
          <p:nvPr/>
        </p:nvSpPr>
        <p:spPr bwMode="auto">
          <a:xfrm>
            <a:off x="14271401" y="4625461"/>
            <a:ext cx="1861819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z="2600" spc="-10">
                <a:latin typeface="Nunito Sans Normal"/>
                <a:cs typeface="Arial"/>
              </a:rPr>
              <a:t>LAGGARDS</a:t>
            </a:r>
            <a:endParaRPr sz="2600">
              <a:latin typeface="Nunito Sans Normal"/>
              <a:cs typeface="Arial"/>
            </a:endParaRPr>
          </a:p>
        </p:txBody>
      </p:sp>
      <p:sp>
        <p:nvSpPr>
          <p:cNvPr id="14698395" name="object 17"/>
          <p:cNvSpPr txBox="1"/>
          <p:nvPr/>
        </p:nvSpPr>
        <p:spPr bwMode="auto">
          <a:xfrm>
            <a:off x="6442557" y="6578846"/>
            <a:ext cx="7629525" cy="332142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54610" rIns="0" bIns="0" rtlCol="0">
            <a:spAutoFit/>
          </a:bodyPr>
          <a:lstStyle/>
          <a:p>
            <a:pPr marL="258445">
              <a:lnSpc>
                <a:spcPct val="100000"/>
              </a:lnSpc>
              <a:spcBef>
                <a:spcPts val="430"/>
              </a:spcBef>
              <a:defRPr/>
            </a:pPr>
            <a:r>
              <a:rPr sz="1800" spc="10">
                <a:latin typeface="Nunito Sans Normal"/>
                <a:cs typeface="Arial"/>
              </a:rPr>
              <a:t>Infrastructure:</a:t>
            </a:r>
            <a:r>
              <a:rPr sz="1800" spc="65">
                <a:latin typeface="Nunito Sans Normal"/>
                <a:cs typeface="Arial"/>
              </a:rPr>
              <a:t> </a:t>
            </a:r>
            <a:r>
              <a:rPr sz="1800" spc="10">
                <a:latin typeface="Nunito Sans Normal"/>
                <a:cs typeface="Arial"/>
              </a:rPr>
              <a:t>make</a:t>
            </a:r>
            <a:r>
              <a:rPr sz="1800" spc="70">
                <a:latin typeface="Nunito Sans Normal"/>
                <a:cs typeface="Arial"/>
              </a:rPr>
              <a:t> </a:t>
            </a:r>
            <a:r>
              <a:rPr sz="1800" spc="75">
                <a:latin typeface="Nunito Sans Normal"/>
                <a:cs typeface="Arial"/>
              </a:rPr>
              <a:t>it</a:t>
            </a:r>
            <a:r>
              <a:rPr sz="1800" spc="70">
                <a:latin typeface="Nunito Sans Normal"/>
                <a:cs typeface="Arial"/>
              </a:rPr>
              <a:t> </a:t>
            </a:r>
            <a:r>
              <a:rPr sz="1800" spc="-10">
                <a:latin typeface="Nunito Sans Normal"/>
                <a:cs typeface="Arial"/>
              </a:rPr>
              <a:t>possible</a:t>
            </a:r>
            <a:endParaRPr sz="1800">
              <a:latin typeface="Nunito Sans Normal"/>
              <a:cs typeface="Arial"/>
            </a:endParaRPr>
          </a:p>
        </p:txBody>
      </p:sp>
      <p:sp>
        <p:nvSpPr>
          <p:cNvPr id="593717859" name="object 18"/>
          <p:cNvSpPr txBox="1"/>
          <p:nvPr/>
        </p:nvSpPr>
        <p:spPr bwMode="auto">
          <a:xfrm>
            <a:off x="7622804" y="7085365"/>
            <a:ext cx="6449060" cy="332142"/>
          </a:xfrm>
          <a:prstGeom prst="rect">
            <a:avLst/>
          </a:prstGeom>
          <a:solidFill>
            <a:srgbClr val="E0E0DF"/>
          </a:solidFill>
        </p:spPr>
        <p:txBody>
          <a:bodyPr vert="horz" wrap="square" lIns="0" tIns="54610" rIns="0" bIns="0" rtlCol="0">
            <a:spAutoFit/>
          </a:bodyPr>
          <a:lstStyle/>
          <a:p>
            <a:pPr marL="248285">
              <a:lnSpc>
                <a:spcPct val="100000"/>
              </a:lnSpc>
              <a:spcBef>
                <a:spcPts val="430"/>
              </a:spcBef>
              <a:defRPr/>
            </a:pPr>
            <a:r>
              <a:rPr sz="1800" dirty="0">
                <a:latin typeface="Nunito Sans Normal"/>
                <a:cs typeface="Arial"/>
              </a:rPr>
              <a:t>User</a:t>
            </a:r>
            <a:r>
              <a:rPr sz="1800" spc="-30" dirty="0">
                <a:latin typeface="Nunito Sans Normal"/>
                <a:cs typeface="Arial"/>
              </a:rPr>
              <a:t> </a:t>
            </a:r>
            <a:r>
              <a:rPr sz="1800" dirty="0">
                <a:latin typeface="Nunito Sans Normal"/>
                <a:cs typeface="Arial"/>
              </a:rPr>
              <a:t>experience:</a:t>
            </a:r>
            <a:r>
              <a:rPr sz="1800" spc="-35" dirty="0">
                <a:latin typeface="Nunito Sans Normal"/>
                <a:cs typeface="Arial"/>
              </a:rPr>
              <a:t> </a:t>
            </a:r>
            <a:r>
              <a:rPr sz="1800" dirty="0">
                <a:latin typeface="Nunito Sans Normal"/>
                <a:cs typeface="Arial"/>
              </a:rPr>
              <a:t>make</a:t>
            </a:r>
            <a:r>
              <a:rPr sz="1800" spc="-40" dirty="0">
                <a:latin typeface="Nunito Sans Normal"/>
                <a:cs typeface="Arial"/>
              </a:rPr>
              <a:t> </a:t>
            </a:r>
            <a:r>
              <a:rPr sz="1800" spc="75" dirty="0">
                <a:latin typeface="Nunito Sans Normal"/>
                <a:cs typeface="Arial"/>
              </a:rPr>
              <a:t>it</a:t>
            </a:r>
            <a:r>
              <a:rPr sz="1800" spc="-35" dirty="0">
                <a:latin typeface="Nunito Sans Normal"/>
                <a:cs typeface="Arial"/>
              </a:rPr>
              <a:t> </a:t>
            </a:r>
            <a:r>
              <a:rPr sz="1800" spc="-20" dirty="0">
                <a:latin typeface="Nunito Sans Normal"/>
                <a:cs typeface="Arial"/>
              </a:rPr>
              <a:t>easy</a:t>
            </a:r>
            <a:endParaRPr sz="1800" dirty="0">
              <a:latin typeface="Nunito Sans Normal"/>
              <a:cs typeface="Arial"/>
            </a:endParaRPr>
          </a:p>
        </p:txBody>
      </p:sp>
      <p:sp>
        <p:nvSpPr>
          <p:cNvPr id="392719163" name="object 19"/>
          <p:cNvSpPr txBox="1"/>
          <p:nvPr/>
        </p:nvSpPr>
        <p:spPr bwMode="auto">
          <a:xfrm>
            <a:off x="9049891" y="7591883"/>
            <a:ext cx="5022215" cy="332142"/>
          </a:xfrm>
          <a:prstGeom prst="rect">
            <a:avLst/>
          </a:prstGeom>
          <a:solidFill>
            <a:srgbClr val="E7E7E7"/>
          </a:solidFill>
        </p:spPr>
        <p:txBody>
          <a:bodyPr vert="horz" wrap="square" lIns="0" tIns="54610" rIns="0" bIns="0" rtlCol="0">
            <a:spAutoFit/>
          </a:bodyPr>
          <a:lstStyle/>
          <a:p>
            <a:pPr marL="267335">
              <a:lnSpc>
                <a:spcPct val="100000"/>
              </a:lnSpc>
              <a:spcBef>
                <a:spcPts val="430"/>
              </a:spcBef>
              <a:defRPr/>
            </a:pPr>
            <a:r>
              <a:rPr sz="1800">
                <a:latin typeface="Nunito Sans Normal"/>
                <a:cs typeface="Arial"/>
              </a:rPr>
              <a:t>Communities:</a:t>
            </a:r>
            <a:r>
              <a:rPr sz="1800" spc="20">
                <a:latin typeface="Nunito Sans Normal"/>
                <a:cs typeface="Arial"/>
              </a:rPr>
              <a:t> </a:t>
            </a:r>
            <a:r>
              <a:rPr sz="1800">
                <a:latin typeface="Nunito Sans Normal"/>
                <a:cs typeface="Arial"/>
              </a:rPr>
              <a:t>make</a:t>
            </a:r>
            <a:r>
              <a:rPr sz="1800" spc="25">
                <a:latin typeface="Nunito Sans Normal"/>
                <a:cs typeface="Arial"/>
              </a:rPr>
              <a:t> </a:t>
            </a:r>
            <a:r>
              <a:rPr sz="1800" spc="75">
                <a:latin typeface="Nunito Sans Normal"/>
                <a:cs typeface="Arial"/>
              </a:rPr>
              <a:t>it</a:t>
            </a:r>
            <a:r>
              <a:rPr sz="1800" spc="25">
                <a:latin typeface="Nunito Sans Normal"/>
                <a:cs typeface="Arial"/>
              </a:rPr>
              <a:t> </a:t>
            </a:r>
            <a:r>
              <a:rPr sz="1800" spc="-10">
                <a:latin typeface="Nunito Sans Normal"/>
                <a:cs typeface="Arial"/>
              </a:rPr>
              <a:t>normative</a:t>
            </a:r>
            <a:endParaRPr sz="1800">
              <a:latin typeface="Nunito Sans Normal"/>
              <a:cs typeface="Arial"/>
            </a:endParaRPr>
          </a:p>
        </p:txBody>
      </p:sp>
      <p:sp>
        <p:nvSpPr>
          <p:cNvPr id="1722921574" name="object 20"/>
          <p:cNvSpPr txBox="1"/>
          <p:nvPr/>
        </p:nvSpPr>
        <p:spPr bwMode="auto">
          <a:xfrm>
            <a:off x="10313822" y="8098402"/>
            <a:ext cx="3757929" cy="332142"/>
          </a:xfrm>
          <a:prstGeom prst="rect">
            <a:avLst/>
          </a:prstGeom>
          <a:solidFill>
            <a:srgbClr val="EEEEEE"/>
          </a:solidFill>
        </p:spPr>
        <p:txBody>
          <a:bodyPr vert="horz" wrap="square" lIns="0" tIns="54610" rIns="0" bIns="0" rtlCol="0">
            <a:spAutoFit/>
          </a:bodyPr>
          <a:lstStyle/>
          <a:p>
            <a:pPr marL="247650">
              <a:lnSpc>
                <a:spcPct val="100000"/>
              </a:lnSpc>
              <a:spcBef>
                <a:spcPts val="430"/>
              </a:spcBef>
              <a:defRPr/>
            </a:pPr>
            <a:r>
              <a:rPr sz="1800">
                <a:latin typeface="Nunito Sans Normal"/>
                <a:cs typeface="Arial"/>
              </a:rPr>
              <a:t>Incentives:</a:t>
            </a:r>
            <a:r>
              <a:rPr sz="1800" spc="-30">
                <a:latin typeface="Nunito Sans Normal"/>
                <a:cs typeface="Arial"/>
              </a:rPr>
              <a:t> </a:t>
            </a:r>
            <a:r>
              <a:rPr sz="1800">
                <a:latin typeface="Nunito Sans Normal"/>
                <a:cs typeface="Arial"/>
              </a:rPr>
              <a:t>make</a:t>
            </a:r>
            <a:r>
              <a:rPr sz="1800" spc="-25">
                <a:latin typeface="Nunito Sans Normal"/>
                <a:cs typeface="Arial"/>
              </a:rPr>
              <a:t> </a:t>
            </a:r>
            <a:r>
              <a:rPr sz="1800" spc="75">
                <a:latin typeface="Nunito Sans Normal"/>
                <a:cs typeface="Arial"/>
              </a:rPr>
              <a:t>it</a:t>
            </a:r>
            <a:r>
              <a:rPr sz="1800" spc="-25">
                <a:latin typeface="Nunito Sans Normal"/>
                <a:cs typeface="Arial"/>
              </a:rPr>
              <a:t> </a:t>
            </a:r>
            <a:r>
              <a:rPr sz="1800" spc="-10">
                <a:latin typeface="Nunito Sans Normal"/>
                <a:cs typeface="Arial"/>
              </a:rPr>
              <a:t>rewarding</a:t>
            </a:r>
            <a:endParaRPr sz="1800">
              <a:latin typeface="Nunito Sans Normal"/>
              <a:cs typeface="Arial"/>
            </a:endParaRPr>
          </a:p>
        </p:txBody>
      </p:sp>
      <p:sp>
        <p:nvSpPr>
          <p:cNvPr id="966949521" name="object 21"/>
          <p:cNvSpPr txBox="1"/>
          <p:nvPr/>
        </p:nvSpPr>
        <p:spPr bwMode="auto">
          <a:xfrm>
            <a:off x="11664566" y="8604921"/>
            <a:ext cx="2407285" cy="612732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52705" rIns="0" bIns="0" rtlCol="0">
            <a:spAutoFit/>
          </a:bodyPr>
          <a:lstStyle/>
          <a:p>
            <a:pPr marL="237490" marR="667385">
              <a:lnSpc>
                <a:spcPct val="100800"/>
              </a:lnSpc>
              <a:spcBef>
                <a:spcPts val="415"/>
              </a:spcBef>
              <a:defRPr/>
            </a:pPr>
            <a:r>
              <a:rPr sz="1800">
                <a:latin typeface="Nunito Sans Normal"/>
                <a:cs typeface="Arial"/>
              </a:rPr>
              <a:t>Policy:</a:t>
            </a:r>
            <a:r>
              <a:rPr sz="1800" spc="-45">
                <a:latin typeface="Nunito Sans Normal"/>
                <a:cs typeface="Arial"/>
              </a:rPr>
              <a:t> </a:t>
            </a:r>
            <a:r>
              <a:rPr sz="1800">
                <a:latin typeface="Nunito Sans Normal"/>
                <a:cs typeface="Arial"/>
              </a:rPr>
              <a:t>make</a:t>
            </a:r>
            <a:r>
              <a:rPr sz="1800" spc="-30">
                <a:latin typeface="Nunito Sans Normal"/>
                <a:cs typeface="Arial"/>
              </a:rPr>
              <a:t> </a:t>
            </a:r>
            <a:r>
              <a:rPr sz="1800" spc="50">
                <a:latin typeface="Nunito Sans Normal"/>
                <a:cs typeface="Arial"/>
              </a:rPr>
              <a:t>it </a:t>
            </a:r>
            <a:r>
              <a:rPr sz="1800" spc="-10">
                <a:latin typeface="Nunito Sans Normal"/>
                <a:cs typeface="Arial"/>
              </a:rPr>
              <a:t>required</a:t>
            </a:r>
            <a:endParaRPr sz="1800">
              <a:latin typeface="Nunito Sans Normal"/>
              <a:cs typeface="Arial"/>
            </a:endParaRPr>
          </a:p>
        </p:txBody>
      </p:sp>
      <p:sp>
        <p:nvSpPr>
          <p:cNvPr id="786377805" name="object 22"/>
          <p:cNvSpPr txBox="1"/>
          <p:nvPr/>
        </p:nvSpPr>
        <p:spPr bwMode="auto">
          <a:xfrm>
            <a:off x="14405709" y="6037853"/>
            <a:ext cx="824865" cy="30410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z="19750" spc="-380">
                <a:solidFill>
                  <a:srgbClr val="EA792F"/>
                </a:solidFill>
                <a:latin typeface="Nunito Sans Normal"/>
                <a:cs typeface="Arial"/>
              </a:rPr>
              <a:t>}</a:t>
            </a:r>
            <a:endParaRPr sz="19750">
              <a:latin typeface="Nunito Sans Normal"/>
              <a:cs typeface="Arial"/>
            </a:endParaRPr>
          </a:p>
        </p:txBody>
      </p:sp>
      <p:sp>
        <p:nvSpPr>
          <p:cNvPr id="1534926636" name="object 23"/>
          <p:cNvSpPr txBox="1"/>
          <p:nvPr/>
        </p:nvSpPr>
        <p:spPr bwMode="auto">
          <a:xfrm>
            <a:off x="15379501" y="7671003"/>
            <a:ext cx="265303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z="2600" spc="-35">
                <a:latin typeface="Nunito Sans Normal"/>
                <a:cs typeface="Arial"/>
              </a:rPr>
              <a:t>INTERVENTIONS</a:t>
            </a:r>
            <a:endParaRPr sz="2600">
              <a:latin typeface="Nunito Sans Normal"/>
              <a:cs typeface="Arial"/>
            </a:endParaRPr>
          </a:p>
        </p:txBody>
      </p:sp>
      <p:sp>
        <p:nvSpPr>
          <p:cNvPr id="1215857443" name="object 24"/>
          <p:cNvSpPr txBox="1"/>
          <p:nvPr/>
        </p:nvSpPr>
        <p:spPr bwMode="auto">
          <a:xfrm>
            <a:off x="6397707" y="9092950"/>
            <a:ext cx="1417320" cy="27828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defRPr/>
            </a:pPr>
            <a:r>
              <a:rPr sz="1700">
                <a:solidFill>
                  <a:srgbClr val="EA792F"/>
                </a:solidFill>
                <a:latin typeface="Nunito Sans Normal"/>
                <a:cs typeface="Arial"/>
              </a:rPr>
              <a:t>(Nosek,</a:t>
            </a:r>
            <a:r>
              <a:rPr sz="1700" spc="-90">
                <a:solidFill>
                  <a:srgbClr val="EA792F"/>
                </a:solidFill>
                <a:latin typeface="Nunito Sans Normal"/>
                <a:cs typeface="Arial"/>
              </a:rPr>
              <a:t> </a:t>
            </a:r>
            <a:r>
              <a:rPr sz="1700" spc="50">
                <a:solidFill>
                  <a:srgbClr val="EA792F"/>
                </a:solidFill>
                <a:latin typeface="Nunito Sans Normal"/>
                <a:cs typeface="Arial"/>
              </a:rPr>
              <a:t>2021)</a:t>
            </a:r>
            <a:endParaRPr sz="1700">
              <a:latin typeface="Nunito Sans Normal"/>
              <a:cs typeface="Arial"/>
            </a:endParaRPr>
          </a:p>
        </p:txBody>
      </p:sp>
      <p:grpSp>
        <p:nvGrpSpPr>
          <p:cNvPr id="1422602422" name="object 22"/>
          <p:cNvGrpSpPr/>
          <p:nvPr/>
        </p:nvGrpSpPr>
        <p:grpSpPr bwMode="auto">
          <a:xfrm>
            <a:off x="1077185" y="9802495"/>
            <a:ext cx="3250565" cy="1033780"/>
            <a:chOff x="1077185" y="9534709"/>
            <a:chExt cx="3250565" cy="1033780"/>
          </a:xfrm>
        </p:grpSpPr>
        <p:sp>
          <p:nvSpPr>
            <p:cNvPr id="30" name="object 23"/>
            <p:cNvSpPr/>
            <p:nvPr/>
          </p:nvSpPr>
          <p:spPr bwMode="auto">
            <a:xfrm>
              <a:off x="3197254" y="9683903"/>
              <a:ext cx="1121410" cy="673735"/>
            </a:xfrm>
            <a:custGeom>
              <a:avLst/>
              <a:gdLst/>
              <a:ahLst/>
              <a:cxnLst/>
              <a:rect l="l" t="t" r="r" b="b"/>
              <a:pathLst>
                <a:path w="1121410" h="673734" extrusionOk="0">
                  <a:moveTo>
                    <a:pt x="60165" y="0"/>
                  </a:moveTo>
                  <a:lnTo>
                    <a:pt x="0" y="0"/>
                  </a:lnTo>
                  <a:lnTo>
                    <a:pt x="0" y="673236"/>
                  </a:lnTo>
                  <a:lnTo>
                    <a:pt x="73537" y="673236"/>
                  </a:lnTo>
                  <a:lnTo>
                    <a:pt x="73537" y="131786"/>
                  </a:lnTo>
                  <a:lnTo>
                    <a:pt x="158948" y="131786"/>
                  </a:lnTo>
                  <a:lnTo>
                    <a:pt x="60165" y="0"/>
                  </a:lnTo>
                  <a:close/>
                </a:path>
                <a:path w="1121410" h="673734" extrusionOk="0">
                  <a:moveTo>
                    <a:pt x="158948" y="131786"/>
                  </a:moveTo>
                  <a:lnTo>
                    <a:pt x="73537" y="131786"/>
                  </a:lnTo>
                  <a:lnTo>
                    <a:pt x="479388" y="673236"/>
                  </a:lnTo>
                  <a:lnTo>
                    <a:pt x="539543" y="673236"/>
                  </a:lnTo>
                  <a:lnTo>
                    <a:pt x="539543" y="541449"/>
                  </a:lnTo>
                  <a:lnTo>
                    <a:pt x="466017" y="541449"/>
                  </a:lnTo>
                  <a:lnTo>
                    <a:pt x="158948" y="131786"/>
                  </a:lnTo>
                  <a:close/>
                </a:path>
                <a:path w="1121410" h="673734" extrusionOk="0">
                  <a:moveTo>
                    <a:pt x="539543" y="0"/>
                  </a:moveTo>
                  <a:lnTo>
                    <a:pt x="466017" y="0"/>
                  </a:lnTo>
                  <a:lnTo>
                    <a:pt x="466017" y="541449"/>
                  </a:lnTo>
                  <a:lnTo>
                    <a:pt x="539543" y="541449"/>
                  </a:lnTo>
                  <a:lnTo>
                    <a:pt x="539543" y="0"/>
                  </a:lnTo>
                  <a:close/>
                </a:path>
                <a:path w="1121410" h="673734" extrusionOk="0">
                  <a:moveTo>
                    <a:pt x="784007" y="0"/>
                  </a:moveTo>
                  <a:lnTo>
                    <a:pt x="705706" y="0"/>
                  </a:lnTo>
                  <a:lnTo>
                    <a:pt x="705706" y="673236"/>
                  </a:lnTo>
                  <a:lnTo>
                    <a:pt x="1121107" y="673236"/>
                  </a:lnTo>
                  <a:lnTo>
                    <a:pt x="1121107" y="606389"/>
                  </a:lnTo>
                  <a:lnTo>
                    <a:pt x="784007" y="606389"/>
                  </a:lnTo>
                  <a:lnTo>
                    <a:pt x="784007" y="0"/>
                  </a:lnTo>
                  <a:close/>
                </a:path>
              </a:pathLst>
            </a:custGeom>
            <a:solidFill>
              <a:srgbClr val="EA792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31" name="object 24"/>
            <p:cNvPicPr/>
            <p:nvPr/>
          </p:nvPicPr>
          <p:blipFill rotWithShape="1">
            <a:blip r:embed="rId3"/>
            <a:stretch/>
          </p:blipFill>
          <p:spPr bwMode="auto">
            <a:xfrm>
              <a:off x="1077185" y="9534709"/>
              <a:ext cx="3250398" cy="1033513"/>
            </a:xfrm>
            <a:prstGeom prst="rect">
              <a:avLst/>
            </a:prstGeom>
          </p:spPr>
        </p:pic>
      </p:grpSp>
      <p:sp>
        <p:nvSpPr>
          <p:cNvPr id="497059521" name="object 25"/>
          <p:cNvSpPr txBox="1">
            <a:spLocks noGrp="1"/>
          </p:cNvSpPr>
          <p:nvPr>
            <p:ph type="ftr" sz="quarter" idx="5"/>
          </p:nvPr>
        </p:nvSpPr>
        <p:spPr bwMode="auto">
          <a:xfrm>
            <a:off x="4946650" y="10078108"/>
            <a:ext cx="14410988" cy="75790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  <a:defRPr/>
            </a:pPr>
            <a:r>
              <a:rPr sz="4800">
                <a:latin typeface="Nunito Sans Normal"/>
              </a:rPr>
              <a:t>SHAPING</a:t>
            </a:r>
            <a:r>
              <a:rPr sz="4800" spc="-65">
                <a:latin typeface="Nunito Sans Normal"/>
              </a:rPr>
              <a:t> </a:t>
            </a:r>
            <a:r>
              <a:rPr sz="4800">
                <a:latin typeface="Nunito Sans Normal"/>
              </a:rPr>
              <a:t>CULTURAL</a:t>
            </a:r>
            <a:r>
              <a:rPr sz="4800" spc="-65">
                <a:latin typeface="Nunito Sans Normal"/>
              </a:rPr>
              <a:t> </a:t>
            </a:r>
            <a:r>
              <a:rPr sz="4800">
                <a:latin typeface="Nunito Sans Normal"/>
              </a:rPr>
              <a:t>CHANGE</a:t>
            </a:r>
            <a:r>
              <a:rPr sz="4800" spc="-60">
                <a:latin typeface="Nunito Sans Normal"/>
              </a:rPr>
              <a:t> </a:t>
            </a:r>
            <a:r>
              <a:rPr sz="4800" spc="-25">
                <a:latin typeface="Nunito Sans Normal"/>
              </a:rPr>
              <a:t>TOGETHER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760727" name="object 2"/>
          <p:cNvSpPr txBox="1"/>
          <p:nvPr/>
        </p:nvSpPr>
        <p:spPr bwMode="auto">
          <a:xfrm>
            <a:off x="2966776" y="5803311"/>
            <a:ext cx="222821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z="2600" spc="-10">
                <a:latin typeface="Nunito Sans Normal"/>
                <a:cs typeface="Arial"/>
              </a:rPr>
              <a:t>INNOVATORS</a:t>
            </a:r>
            <a:endParaRPr sz="2600">
              <a:latin typeface="Nunito Sans Normal"/>
              <a:cs typeface="Arial"/>
            </a:endParaRPr>
          </a:p>
        </p:txBody>
      </p:sp>
      <p:sp>
        <p:nvSpPr>
          <p:cNvPr id="535287443" name="object 3"/>
          <p:cNvSpPr/>
          <p:nvPr/>
        </p:nvSpPr>
        <p:spPr bwMode="auto">
          <a:xfrm>
            <a:off x="5402976" y="6027891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 extrusionOk="0">
                <a:moveTo>
                  <a:pt x="0" y="15706"/>
                </a:moveTo>
                <a:lnTo>
                  <a:pt x="4600" y="4600"/>
                </a:lnTo>
                <a:lnTo>
                  <a:pt x="15706" y="0"/>
                </a:lnTo>
                <a:lnTo>
                  <a:pt x="26812" y="4600"/>
                </a:lnTo>
                <a:lnTo>
                  <a:pt x="31412" y="15706"/>
                </a:lnTo>
                <a:lnTo>
                  <a:pt x="26812" y="26812"/>
                </a:lnTo>
                <a:lnTo>
                  <a:pt x="15706" y="31412"/>
                </a:lnTo>
                <a:lnTo>
                  <a:pt x="4600" y="26812"/>
                </a:lnTo>
                <a:lnTo>
                  <a:pt x="0" y="15706"/>
                </a:lnTo>
                <a:close/>
              </a:path>
            </a:pathLst>
          </a:custGeom>
          <a:solidFill>
            <a:srgbClr val="636363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>
              <a:latin typeface="Nunito Sans Normal"/>
            </a:endParaRPr>
          </a:p>
        </p:txBody>
      </p:sp>
      <p:sp>
        <p:nvSpPr>
          <p:cNvPr id="97095706" name="object 4"/>
          <p:cNvSpPr txBox="1"/>
          <p:nvPr/>
        </p:nvSpPr>
        <p:spPr bwMode="auto">
          <a:xfrm>
            <a:off x="3288324" y="4625461"/>
            <a:ext cx="294640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z="2600" spc="-60">
                <a:latin typeface="Nunito Sans Normal"/>
                <a:cs typeface="Arial"/>
              </a:rPr>
              <a:t>EARLY</a:t>
            </a:r>
            <a:r>
              <a:rPr sz="2600" spc="-90">
                <a:latin typeface="Nunito Sans Normal"/>
                <a:cs typeface="Arial"/>
              </a:rPr>
              <a:t> </a:t>
            </a:r>
            <a:r>
              <a:rPr sz="2600" spc="-25">
                <a:latin typeface="Nunito Sans Normal"/>
                <a:cs typeface="Arial"/>
              </a:rPr>
              <a:t>ADOPTERS</a:t>
            </a:r>
            <a:endParaRPr sz="2600">
              <a:latin typeface="Nunito Sans Normal"/>
              <a:cs typeface="Arial"/>
            </a:endParaRPr>
          </a:p>
        </p:txBody>
      </p:sp>
      <p:grpSp>
        <p:nvGrpSpPr>
          <p:cNvPr id="1250821198" name="object 5"/>
          <p:cNvGrpSpPr/>
          <p:nvPr/>
        </p:nvGrpSpPr>
        <p:grpSpPr bwMode="auto">
          <a:xfrm>
            <a:off x="6442561" y="2547640"/>
            <a:ext cx="7629525" cy="2334260"/>
            <a:chOff x="6442561" y="2547640"/>
            <a:chExt cx="7629525" cy="2334260"/>
          </a:xfrm>
        </p:grpSpPr>
        <p:sp>
          <p:nvSpPr>
            <p:cNvPr id="6" name="object 6"/>
            <p:cNvSpPr/>
            <p:nvPr/>
          </p:nvSpPr>
          <p:spPr bwMode="auto">
            <a:xfrm>
              <a:off x="6551274" y="4865746"/>
              <a:ext cx="1442085" cy="0"/>
            </a:xfrm>
            <a:custGeom>
              <a:avLst/>
              <a:gdLst/>
              <a:ahLst/>
              <a:cxnLst/>
              <a:rect l="l" t="t" r="r" b="b"/>
              <a:pathLst>
                <a:path w="1442084" extrusionOk="0">
                  <a:moveTo>
                    <a:pt x="0" y="0"/>
                  </a:moveTo>
                  <a:lnTo>
                    <a:pt x="1441600" y="0"/>
                  </a:lnTo>
                </a:path>
              </a:pathLst>
            </a:custGeom>
            <a:grpFill/>
            <a:ln w="31412">
              <a:solidFill>
                <a:srgbClr val="636363"/>
              </a:solidFill>
              <a:prstDash val="dot"/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7" name="object 7"/>
            <p:cNvSpPr/>
            <p:nvPr/>
          </p:nvSpPr>
          <p:spPr bwMode="auto">
            <a:xfrm>
              <a:off x="6442557" y="4850047"/>
              <a:ext cx="1612900" cy="31750"/>
            </a:xfrm>
            <a:custGeom>
              <a:avLst/>
              <a:gdLst/>
              <a:ahLst/>
              <a:cxnLst/>
              <a:rect l="l" t="t" r="r" b="b"/>
              <a:pathLst>
                <a:path w="1612900" h="31750" extrusionOk="0">
                  <a:moveTo>
                    <a:pt x="31407" y="15709"/>
                  </a:moveTo>
                  <a:lnTo>
                    <a:pt x="26809" y="4597"/>
                  </a:lnTo>
                  <a:lnTo>
                    <a:pt x="15709" y="0"/>
                  </a:lnTo>
                  <a:lnTo>
                    <a:pt x="4597" y="4597"/>
                  </a:lnTo>
                  <a:lnTo>
                    <a:pt x="0" y="15709"/>
                  </a:lnTo>
                  <a:lnTo>
                    <a:pt x="4597" y="26809"/>
                  </a:lnTo>
                  <a:lnTo>
                    <a:pt x="15709" y="31407"/>
                  </a:lnTo>
                  <a:lnTo>
                    <a:pt x="26809" y="26809"/>
                  </a:lnTo>
                  <a:lnTo>
                    <a:pt x="31407" y="15709"/>
                  </a:lnTo>
                  <a:close/>
                </a:path>
                <a:path w="1612900" h="31750" extrusionOk="0">
                  <a:moveTo>
                    <a:pt x="1612519" y="15709"/>
                  </a:moveTo>
                  <a:lnTo>
                    <a:pt x="1607908" y="4597"/>
                  </a:lnTo>
                  <a:lnTo>
                    <a:pt x="1596809" y="0"/>
                  </a:lnTo>
                  <a:lnTo>
                    <a:pt x="1585696" y="4597"/>
                  </a:lnTo>
                  <a:lnTo>
                    <a:pt x="1581099" y="15709"/>
                  </a:lnTo>
                  <a:lnTo>
                    <a:pt x="1585696" y="26809"/>
                  </a:lnTo>
                  <a:lnTo>
                    <a:pt x="1596809" y="31407"/>
                  </a:lnTo>
                  <a:lnTo>
                    <a:pt x="1607908" y="26809"/>
                  </a:lnTo>
                  <a:lnTo>
                    <a:pt x="1612519" y="15709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8" name="object 8"/>
            <p:cNvSpPr/>
            <p:nvPr/>
          </p:nvSpPr>
          <p:spPr bwMode="auto">
            <a:xfrm>
              <a:off x="7546091" y="2563347"/>
              <a:ext cx="1442085" cy="0"/>
            </a:xfrm>
            <a:custGeom>
              <a:avLst/>
              <a:gdLst/>
              <a:ahLst/>
              <a:cxnLst/>
              <a:rect l="l" t="t" r="r" b="b"/>
              <a:pathLst>
                <a:path w="1442084" extrusionOk="0">
                  <a:moveTo>
                    <a:pt x="0" y="0"/>
                  </a:moveTo>
                  <a:lnTo>
                    <a:pt x="1441600" y="0"/>
                  </a:lnTo>
                </a:path>
              </a:pathLst>
            </a:custGeom>
            <a:grpFill/>
            <a:ln w="31412">
              <a:solidFill>
                <a:srgbClr val="636363"/>
              </a:solidFill>
              <a:prstDash val="dot"/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9" name="object 9"/>
            <p:cNvSpPr/>
            <p:nvPr/>
          </p:nvSpPr>
          <p:spPr bwMode="auto">
            <a:xfrm>
              <a:off x="7437374" y="2547651"/>
              <a:ext cx="1612900" cy="31750"/>
            </a:xfrm>
            <a:custGeom>
              <a:avLst/>
              <a:gdLst/>
              <a:ahLst/>
              <a:cxnLst/>
              <a:rect l="l" t="t" r="r" b="b"/>
              <a:pathLst>
                <a:path w="1612900" h="31750" extrusionOk="0">
                  <a:moveTo>
                    <a:pt x="31407" y="15697"/>
                  </a:moveTo>
                  <a:lnTo>
                    <a:pt x="26809" y="4597"/>
                  </a:lnTo>
                  <a:lnTo>
                    <a:pt x="15709" y="0"/>
                  </a:lnTo>
                  <a:lnTo>
                    <a:pt x="4597" y="4597"/>
                  </a:lnTo>
                  <a:lnTo>
                    <a:pt x="0" y="15697"/>
                  </a:lnTo>
                  <a:lnTo>
                    <a:pt x="4597" y="26809"/>
                  </a:lnTo>
                  <a:lnTo>
                    <a:pt x="15709" y="31407"/>
                  </a:lnTo>
                  <a:lnTo>
                    <a:pt x="26809" y="26809"/>
                  </a:lnTo>
                  <a:lnTo>
                    <a:pt x="31407" y="15697"/>
                  </a:lnTo>
                  <a:close/>
                </a:path>
                <a:path w="1612900" h="31750" extrusionOk="0">
                  <a:moveTo>
                    <a:pt x="1612519" y="15697"/>
                  </a:moveTo>
                  <a:lnTo>
                    <a:pt x="1607921" y="4597"/>
                  </a:lnTo>
                  <a:lnTo>
                    <a:pt x="1596809" y="0"/>
                  </a:lnTo>
                  <a:lnTo>
                    <a:pt x="1585709" y="4597"/>
                  </a:lnTo>
                  <a:lnTo>
                    <a:pt x="1581099" y="15697"/>
                  </a:lnTo>
                  <a:lnTo>
                    <a:pt x="1585709" y="26809"/>
                  </a:lnTo>
                  <a:lnTo>
                    <a:pt x="1596809" y="31407"/>
                  </a:lnTo>
                  <a:lnTo>
                    <a:pt x="1607921" y="26809"/>
                  </a:lnTo>
                  <a:lnTo>
                    <a:pt x="1612519" y="15697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10" name="object 10"/>
            <p:cNvSpPr/>
            <p:nvPr/>
          </p:nvSpPr>
          <p:spPr bwMode="auto">
            <a:xfrm>
              <a:off x="11605743" y="2563347"/>
              <a:ext cx="1442085" cy="0"/>
            </a:xfrm>
            <a:custGeom>
              <a:avLst/>
              <a:gdLst/>
              <a:ahLst/>
              <a:cxnLst/>
              <a:rect l="l" t="t" r="r" b="b"/>
              <a:pathLst>
                <a:path w="1442084" extrusionOk="0">
                  <a:moveTo>
                    <a:pt x="0" y="0"/>
                  </a:moveTo>
                  <a:lnTo>
                    <a:pt x="1441600" y="0"/>
                  </a:lnTo>
                </a:path>
              </a:pathLst>
            </a:custGeom>
            <a:grpFill/>
            <a:ln w="31412">
              <a:solidFill>
                <a:srgbClr val="636363"/>
              </a:solidFill>
              <a:prstDash val="dot"/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11" name="object 11"/>
            <p:cNvSpPr/>
            <p:nvPr/>
          </p:nvSpPr>
          <p:spPr bwMode="auto">
            <a:xfrm>
              <a:off x="11497029" y="2547651"/>
              <a:ext cx="1612900" cy="31750"/>
            </a:xfrm>
            <a:custGeom>
              <a:avLst/>
              <a:gdLst/>
              <a:ahLst/>
              <a:cxnLst/>
              <a:rect l="l" t="t" r="r" b="b"/>
              <a:pathLst>
                <a:path w="1612900" h="31750" extrusionOk="0">
                  <a:moveTo>
                    <a:pt x="31407" y="15697"/>
                  </a:moveTo>
                  <a:lnTo>
                    <a:pt x="26809" y="4597"/>
                  </a:lnTo>
                  <a:lnTo>
                    <a:pt x="15697" y="0"/>
                  </a:lnTo>
                  <a:lnTo>
                    <a:pt x="4597" y="4597"/>
                  </a:lnTo>
                  <a:lnTo>
                    <a:pt x="0" y="15697"/>
                  </a:lnTo>
                  <a:lnTo>
                    <a:pt x="4597" y="26809"/>
                  </a:lnTo>
                  <a:lnTo>
                    <a:pt x="15697" y="31407"/>
                  </a:lnTo>
                  <a:lnTo>
                    <a:pt x="26809" y="26809"/>
                  </a:lnTo>
                  <a:lnTo>
                    <a:pt x="31407" y="15697"/>
                  </a:lnTo>
                  <a:close/>
                </a:path>
                <a:path w="1612900" h="31750" extrusionOk="0">
                  <a:moveTo>
                    <a:pt x="1612506" y="15697"/>
                  </a:moveTo>
                  <a:lnTo>
                    <a:pt x="1607908" y="4597"/>
                  </a:lnTo>
                  <a:lnTo>
                    <a:pt x="1596809" y="0"/>
                  </a:lnTo>
                  <a:lnTo>
                    <a:pt x="1585696" y="4597"/>
                  </a:lnTo>
                  <a:lnTo>
                    <a:pt x="1581099" y="15697"/>
                  </a:lnTo>
                  <a:lnTo>
                    <a:pt x="1585696" y="26809"/>
                  </a:lnTo>
                  <a:lnTo>
                    <a:pt x="1596809" y="31407"/>
                  </a:lnTo>
                  <a:lnTo>
                    <a:pt x="1607908" y="26809"/>
                  </a:lnTo>
                  <a:lnTo>
                    <a:pt x="1612506" y="15697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12" name="object 12"/>
            <p:cNvSpPr/>
            <p:nvPr/>
          </p:nvSpPr>
          <p:spPr bwMode="auto">
            <a:xfrm>
              <a:off x="12567828" y="4865746"/>
              <a:ext cx="1442085" cy="0"/>
            </a:xfrm>
            <a:custGeom>
              <a:avLst/>
              <a:gdLst/>
              <a:ahLst/>
              <a:cxnLst/>
              <a:rect l="l" t="t" r="r" b="b"/>
              <a:pathLst>
                <a:path w="1442084" extrusionOk="0">
                  <a:moveTo>
                    <a:pt x="0" y="0"/>
                  </a:moveTo>
                  <a:lnTo>
                    <a:pt x="1441600" y="0"/>
                  </a:lnTo>
                </a:path>
              </a:pathLst>
            </a:custGeom>
            <a:grpFill/>
            <a:ln w="31412">
              <a:solidFill>
                <a:srgbClr val="636363"/>
              </a:solidFill>
              <a:prstDash val="dot"/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13" name="object 13"/>
            <p:cNvSpPr/>
            <p:nvPr/>
          </p:nvSpPr>
          <p:spPr bwMode="auto">
            <a:xfrm>
              <a:off x="12459106" y="4850047"/>
              <a:ext cx="1612900" cy="31750"/>
            </a:xfrm>
            <a:custGeom>
              <a:avLst/>
              <a:gdLst/>
              <a:ahLst/>
              <a:cxnLst/>
              <a:rect l="l" t="t" r="r" b="b"/>
              <a:pathLst>
                <a:path w="1612900" h="31750" extrusionOk="0">
                  <a:moveTo>
                    <a:pt x="31419" y="15709"/>
                  </a:moveTo>
                  <a:lnTo>
                    <a:pt x="26809" y="4597"/>
                  </a:lnTo>
                  <a:lnTo>
                    <a:pt x="15709" y="0"/>
                  </a:lnTo>
                  <a:lnTo>
                    <a:pt x="4597" y="4597"/>
                  </a:lnTo>
                  <a:lnTo>
                    <a:pt x="0" y="15709"/>
                  </a:lnTo>
                  <a:lnTo>
                    <a:pt x="4597" y="26809"/>
                  </a:lnTo>
                  <a:lnTo>
                    <a:pt x="15709" y="31407"/>
                  </a:lnTo>
                  <a:lnTo>
                    <a:pt x="26809" y="26809"/>
                  </a:lnTo>
                  <a:lnTo>
                    <a:pt x="31419" y="15709"/>
                  </a:lnTo>
                  <a:close/>
                </a:path>
                <a:path w="1612900" h="31750" extrusionOk="0">
                  <a:moveTo>
                    <a:pt x="1612519" y="15709"/>
                  </a:moveTo>
                  <a:lnTo>
                    <a:pt x="1607921" y="4597"/>
                  </a:lnTo>
                  <a:lnTo>
                    <a:pt x="1596809" y="0"/>
                  </a:lnTo>
                  <a:lnTo>
                    <a:pt x="1585709" y="4597"/>
                  </a:lnTo>
                  <a:lnTo>
                    <a:pt x="1581111" y="15709"/>
                  </a:lnTo>
                  <a:lnTo>
                    <a:pt x="1585709" y="26809"/>
                  </a:lnTo>
                  <a:lnTo>
                    <a:pt x="1596809" y="31407"/>
                  </a:lnTo>
                  <a:lnTo>
                    <a:pt x="1607921" y="26809"/>
                  </a:lnTo>
                  <a:lnTo>
                    <a:pt x="1612519" y="15709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</p:grpSp>
      <p:sp>
        <p:nvSpPr>
          <p:cNvPr id="1239106156" name="object 14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pc="-60">
                <a:latin typeface="Nunito Sans Normal"/>
              </a:rPr>
              <a:t>EARLY</a:t>
            </a:r>
            <a:r>
              <a:rPr spc="-90">
                <a:latin typeface="Nunito Sans Normal"/>
              </a:rPr>
              <a:t> </a:t>
            </a:r>
            <a:r>
              <a:rPr spc="-60">
                <a:latin typeface="Nunito Sans Normal"/>
              </a:rPr>
              <a:t>MAJORITY</a:t>
            </a:r>
            <a:endParaRPr/>
          </a:p>
        </p:txBody>
      </p:sp>
      <p:sp>
        <p:nvSpPr>
          <p:cNvPr id="1030740014" name="object 15"/>
          <p:cNvSpPr txBox="1"/>
          <p:nvPr/>
        </p:nvSpPr>
        <p:spPr bwMode="auto">
          <a:xfrm>
            <a:off x="13372552" y="2323061"/>
            <a:ext cx="25425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z="2600">
                <a:latin typeface="Nunito Sans Normal"/>
                <a:cs typeface="Arial"/>
              </a:rPr>
              <a:t>LATE</a:t>
            </a:r>
            <a:r>
              <a:rPr sz="2600" spc="-114">
                <a:latin typeface="Nunito Sans Normal"/>
                <a:cs typeface="Arial"/>
              </a:rPr>
              <a:t> </a:t>
            </a:r>
            <a:r>
              <a:rPr sz="2600" spc="-60">
                <a:latin typeface="Nunito Sans Normal"/>
                <a:cs typeface="Arial"/>
              </a:rPr>
              <a:t>MAJORITY</a:t>
            </a:r>
            <a:endParaRPr sz="2600">
              <a:latin typeface="Nunito Sans Normal"/>
              <a:cs typeface="Arial"/>
            </a:endParaRPr>
          </a:p>
        </p:txBody>
      </p:sp>
      <p:sp>
        <p:nvSpPr>
          <p:cNvPr id="242825329" name="object 16"/>
          <p:cNvSpPr txBox="1"/>
          <p:nvPr/>
        </p:nvSpPr>
        <p:spPr bwMode="auto">
          <a:xfrm>
            <a:off x="14271401" y="4625461"/>
            <a:ext cx="1861819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z="2600" spc="-10">
                <a:latin typeface="Nunito Sans Normal"/>
                <a:cs typeface="Arial"/>
              </a:rPr>
              <a:t>LAGGARDS</a:t>
            </a:r>
            <a:endParaRPr sz="2600">
              <a:latin typeface="Nunito Sans Normal"/>
              <a:cs typeface="Arial"/>
            </a:endParaRPr>
          </a:p>
        </p:txBody>
      </p:sp>
      <p:sp>
        <p:nvSpPr>
          <p:cNvPr id="1305394792" name="object 17"/>
          <p:cNvSpPr txBox="1"/>
          <p:nvPr/>
        </p:nvSpPr>
        <p:spPr bwMode="auto">
          <a:xfrm>
            <a:off x="6442557" y="6578846"/>
            <a:ext cx="7629525" cy="332142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54610" rIns="0" bIns="0" rtlCol="0">
            <a:spAutoFit/>
          </a:bodyPr>
          <a:lstStyle/>
          <a:p>
            <a:pPr marL="258445">
              <a:lnSpc>
                <a:spcPct val="100000"/>
              </a:lnSpc>
              <a:spcBef>
                <a:spcPts val="430"/>
              </a:spcBef>
              <a:defRPr/>
            </a:pPr>
            <a:r>
              <a:rPr sz="1800" spc="10">
                <a:latin typeface="Nunito Sans Normal"/>
                <a:cs typeface="Arial"/>
              </a:rPr>
              <a:t>Infrastructure:</a:t>
            </a:r>
            <a:r>
              <a:rPr sz="1800" spc="65">
                <a:latin typeface="Nunito Sans Normal"/>
                <a:cs typeface="Arial"/>
              </a:rPr>
              <a:t> </a:t>
            </a:r>
            <a:r>
              <a:rPr sz="1800" spc="10">
                <a:latin typeface="Nunito Sans Normal"/>
                <a:cs typeface="Arial"/>
              </a:rPr>
              <a:t>make</a:t>
            </a:r>
            <a:r>
              <a:rPr sz="1800" spc="70">
                <a:latin typeface="Nunito Sans Normal"/>
                <a:cs typeface="Arial"/>
              </a:rPr>
              <a:t> </a:t>
            </a:r>
            <a:r>
              <a:rPr sz="1800" spc="75">
                <a:latin typeface="Nunito Sans Normal"/>
                <a:cs typeface="Arial"/>
              </a:rPr>
              <a:t>it</a:t>
            </a:r>
            <a:r>
              <a:rPr sz="1800" spc="70">
                <a:latin typeface="Nunito Sans Normal"/>
                <a:cs typeface="Arial"/>
              </a:rPr>
              <a:t> </a:t>
            </a:r>
            <a:r>
              <a:rPr sz="1800" spc="-10">
                <a:latin typeface="Nunito Sans Normal"/>
                <a:cs typeface="Arial"/>
              </a:rPr>
              <a:t>possible</a:t>
            </a:r>
            <a:endParaRPr sz="1800">
              <a:latin typeface="Nunito Sans Normal"/>
              <a:cs typeface="Arial"/>
            </a:endParaRPr>
          </a:p>
        </p:txBody>
      </p:sp>
      <p:sp>
        <p:nvSpPr>
          <p:cNvPr id="1271255697" name="object 18"/>
          <p:cNvSpPr txBox="1"/>
          <p:nvPr/>
        </p:nvSpPr>
        <p:spPr bwMode="auto">
          <a:xfrm>
            <a:off x="7622804" y="7085365"/>
            <a:ext cx="6449060" cy="332142"/>
          </a:xfrm>
          <a:prstGeom prst="rect">
            <a:avLst/>
          </a:prstGeom>
          <a:solidFill>
            <a:srgbClr val="E0E0DF"/>
          </a:solidFill>
        </p:spPr>
        <p:txBody>
          <a:bodyPr vert="horz" wrap="square" lIns="0" tIns="54610" rIns="0" bIns="0" rtlCol="0">
            <a:spAutoFit/>
          </a:bodyPr>
          <a:lstStyle/>
          <a:p>
            <a:pPr marL="248285">
              <a:lnSpc>
                <a:spcPct val="100000"/>
              </a:lnSpc>
              <a:spcBef>
                <a:spcPts val="430"/>
              </a:spcBef>
              <a:defRPr/>
            </a:pPr>
            <a:r>
              <a:rPr sz="1800">
                <a:latin typeface="Nunito Sans Normal"/>
                <a:cs typeface="Arial"/>
              </a:rPr>
              <a:t>User</a:t>
            </a:r>
            <a:r>
              <a:rPr sz="1800" spc="-30">
                <a:latin typeface="Nunito Sans Normal"/>
                <a:cs typeface="Arial"/>
              </a:rPr>
              <a:t> </a:t>
            </a:r>
            <a:r>
              <a:rPr sz="1800">
                <a:latin typeface="Nunito Sans Normal"/>
                <a:cs typeface="Arial"/>
              </a:rPr>
              <a:t>experience:</a:t>
            </a:r>
            <a:r>
              <a:rPr sz="1800" spc="-35">
                <a:latin typeface="Nunito Sans Normal"/>
                <a:cs typeface="Arial"/>
              </a:rPr>
              <a:t> </a:t>
            </a:r>
            <a:r>
              <a:rPr sz="1800">
                <a:latin typeface="Nunito Sans Normal"/>
                <a:cs typeface="Arial"/>
              </a:rPr>
              <a:t>make</a:t>
            </a:r>
            <a:r>
              <a:rPr sz="1800" spc="-40">
                <a:latin typeface="Nunito Sans Normal"/>
                <a:cs typeface="Arial"/>
              </a:rPr>
              <a:t> </a:t>
            </a:r>
            <a:r>
              <a:rPr sz="1800" spc="75">
                <a:latin typeface="Nunito Sans Normal"/>
                <a:cs typeface="Arial"/>
              </a:rPr>
              <a:t>it</a:t>
            </a:r>
            <a:r>
              <a:rPr sz="1800" spc="-35">
                <a:latin typeface="Nunito Sans Normal"/>
                <a:cs typeface="Arial"/>
              </a:rPr>
              <a:t> </a:t>
            </a:r>
            <a:r>
              <a:rPr sz="1800" spc="-20">
                <a:latin typeface="Nunito Sans Normal"/>
                <a:cs typeface="Arial"/>
              </a:rPr>
              <a:t>easy</a:t>
            </a:r>
            <a:endParaRPr sz="1800">
              <a:latin typeface="Nunito Sans Normal"/>
              <a:cs typeface="Arial"/>
            </a:endParaRPr>
          </a:p>
        </p:txBody>
      </p:sp>
      <p:sp>
        <p:nvSpPr>
          <p:cNvPr id="105026543" name="object 19"/>
          <p:cNvSpPr txBox="1"/>
          <p:nvPr/>
        </p:nvSpPr>
        <p:spPr bwMode="auto">
          <a:xfrm>
            <a:off x="9049891" y="7591883"/>
            <a:ext cx="5022215" cy="332142"/>
          </a:xfrm>
          <a:prstGeom prst="rect">
            <a:avLst/>
          </a:prstGeom>
          <a:solidFill>
            <a:srgbClr val="3C3C3B"/>
          </a:solidFill>
        </p:spPr>
        <p:txBody>
          <a:bodyPr vert="horz" wrap="square" lIns="0" tIns="54610" rIns="0" bIns="0" rtlCol="0">
            <a:spAutoFit/>
          </a:bodyPr>
          <a:lstStyle/>
          <a:p>
            <a:pPr marL="267335">
              <a:lnSpc>
                <a:spcPct val="100000"/>
              </a:lnSpc>
              <a:spcBef>
                <a:spcPts val="430"/>
              </a:spcBef>
              <a:defRPr/>
            </a:pPr>
            <a:r>
              <a:rPr sz="1800">
                <a:solidFill>
                  <a:srgbClr val="FFFFFF"/>
                </a:solidFill>
                <a:latin typeface="Nunito Sans Normal"/>
                <a:cs typeface="Arial"/>
              </a:rPr>
              <a:t>Communities:</a:t>
            </a:r>
            <a:r>
              <a:rPr sz="1800" spc="20">
                <a:solidFill>
                  <a:srgbClr val="FFFFFF"/>
                </a:solidFill>
                <a:latin typeface="Nunito Sans Normal"/>
                <a:cs typeface="Arial"/>
              </a:rPr>
              <a:t> </a:t>
            </a:r>
            <a:r>
              <a:rPr sz="1800">
                <a:solidFill>
                  <a:srgbClr val="FFFFFF"/>
                </a:solidFill>
                <a:latin typeface="Nunito Sans Normal"/>
                <a:cs typeface="Arial"/>
              </a:rPr>
              <a:t>make</a:t>
            </a:r>
            <a:r>
              <a:rPr sz="1800" spc="25">
                <a:solidFill>
                  <a:srgbClr val="FFFFFF"/>
                </a:solidFill>
                <a:latin typeface="Nunito Sans Normal"/>
                <a:cs typeface="Arial"/>
              </a:rPr>
              <a:t> </a:t>
            </a:r>
            <a:r>
              <a:rPr sz="1800" spc="75">
                <a:solidFill>
                  <a:srgbClr val="FFFFFF"/>
                </a:solidFill>
                <a:latin typeface="Nunito Sans Normal"/>
                <a:cs typeface="Arial"/>
              </a:rPr>
              <a:t>it</a:t>
            </a:r>
            <a:r>
              <a:rPr sz="1800" spc="25">
                <a:solidFill>
                  <a:srgbClr val="FFFFFF"/>
                </a:solidFill>
                <a:latin typeface="Nunito Sans Normal"/>
                <a:cs typeface="Arial"/>
              </a:rPr>
              <a:t> </a:t>
            </a:r>
            <a:r>
              <a:rPr sz="1800" spc="-10">
                <a:solidFill>
                  <a:srgbClr val="FFFFFF"/>
                </a:solidFill>
                <a:latin typeface="Nunito Sans Normal"/>
                <a:cs typeface="Arial"/>
              </a:rPr>
              <a:t>normative</a:t>
            </a:r>
            <a:endParaRPr sz="1800">
              <a:latin typeface="Nunito Sans Normal"/>
              <a:cs typeface="Arial"/>
            </a:endParaRPr>
          </a:p>
        </p:txBody>
      </p:sp>
      <p:sp>
        <p:nvSpPr>
          <p:cNvPr id="686899214" name="object 20"/>
          <p:cNvSpPr txBox="1"/>
          <p:nvPr/>
        </p:nvSpPr>
        <p:spPr bwMode="auto">
          <a:xfrm>
            <a:off x="10313822" y="8098402"/>
            <a:ext cx="3757929" cy="332142"/>
          </a:xfrm>
          <a:prstGeom prst="rect">
            <a:avLst/>
          </a:prstGeom>
          <a:solidFill>
            <a:srgbClr val="EEEEEE"/>
          </a:solidFill>
        </p:spPr>
        <p:txBody>
          <a:bodyPr vert="horz" wrap="square" lIns="0" tIns="54610" rIns="0" bIns="0" rtlCol="0">
            <a:spAutoFit/>
          </a:bodyPr>
          <a:lstStyle/>
          <a:p>
            <a:pPr marL="247650">
              <a:lnSpc>
                <a:spcPct val="100000"/>
              </a:lnSpc>
              <a:spcBef>
                <a:spcPts val="430"/>
              </a:spcBef>
              <a:defRPr/>
            </a:pPr>
            <a:r>
              <a:rPr sz="1800">
                <a:latin typeface="Nunito Sans Normal"/>
                <a:cs typeface="Arial"/>
              </a:rPr>
              <a:t>Incentives:</a:t>
            </a:r>
            <a:r>
              <a:rPr sz="1800" spc="-30">
                <a:latin typeface="Nunito Sans Normal"/>
                <a:cs typeface="Arial"/>
              </a:rPr>
              <a:t> </a:t>
            </a:r>
            <a:r>
              <a:rPr sz="1800">
                <a:latin typeface="Nunito Sans Normal"/>
                <a:cs typeface="Arial"/>
              </a:rPr>
              <a:t>make</a:t>
            </a:r>
            <a:r>
              <a:rPr sz="1800" spc="-25">
                <a:latin typeface="Nunito Sans Normal"/>
                <a:cs typeface="Arial"/>
              </a:rPr>
              <a:t> </a:t>
            </a:r>
            <a:r>
              <a:rPr sz="1800" spc="75">
                <a:latin typeface="Nunito Sans Normal"/>
                <a:cs typeface="Arial"/>
              </a:rPr>
              <a:t>it</a:t>
            </a:r>
            <a:r>
              <a:rPr sz="1800" spc="-25">
                <a:latin typeface="Nunito Sans Normal"/>
                <a:cs typeface="Arial"/>
              </a:rPr>
              <a:t> </a:t>
            </a:r>
            <a:r>
              <a:rPr sz="1800" spc="-10">
                <a:latin typeface="Nunito Sans Normal"/>
                <a:cs typeface="Arial"/>
              </a:rPr>
              <a:t>rewarding</a:t>
            </a:r>
            <a:endParaRPr sz="1800">
              <a:latin typeface="Nunito Sans Normal"/>
              <a:cs typeface="Arial"/>
            </a:endParaRPr>
          </a:p>
        </p:txBody>
      </p:sp>
      <p:sp>
        <p:nvSpPr>
          <p:cNvPr id="1794364490" name="object 21"/>
          <p:cNvSpPr txBox="1"/>
          <p:nvPr/>
        </p:nvSpPr>
        <p:spPr bwMode="auto">
          <a:xfrm>
            <a:off x="11664566" y="8604921"/>
            <a:ext cx="2407285" cy="612732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52705" rIns="0" bIns="0" rtlCol="0">
            <a:spAutoFit/>
          </a:bodyPr>
          <a:lstStyle/>
          <a:p>
            <a:pPr marL="237490" marR="667385">
              <a:lnSpc>
                <a:spcPct val="100800"/>
              </a:lnSpc>
              <a:spcBef>
                <a:spcPts val="415"/>
              </a:spcBef>
              <a:defRPr/>
            </a:pPr>
            <a:r>
              <a:rPr sz="1800">
                <a:latin typeface="Nunito Sans Normal"/>
                <a:cs typeface="Arial"/>
              </a:rPr>
              <a:t>Policy:</a:t>
            </a:r>
            <a:r>
              <a:rPr sz="1800" spc="-45">
                <a:latin typeface="Nunito Sans Normal"/>
                <a:cs typeface="Arial"/>
              </a:rPr>
              <a:t> </a:t>
            </a:r>
            <a:r>
              <a:rPr sz="1800">
                <a:latin typeface="Nunito Sans Normal"/>
                <a:cs typeface="Arial"/>
              </a:rPr>
              <a:t>make</a:t>
            </a:r>
            <a:r>
              <a:rPr sz="1800" spc="-30">
                <a:latin typeface="Nunito Sans Normal"/>
                <a:cs typeface="Arial"/>
              </a:rPr>
              <a:t> </a:t>
            </a:r>
            <a:r>
              <a:rPr sz="1800" spc="50">
                <a:latin typeface="Nunito Sans Normal"/>
                <a:cs typeface="Arial"/>
              </a:rPr>
              <a:t>it </a:t>
            </a:r>
            <a:r>
              <a:rPr sz="1800" spc="-10">
                <a:latin typeface="Nunito Sans Normal"/>
                <a:cs typeface="Arial"/>
              </a:rPr>
              <a:t>required</a:t>
            </a:r>
            <a:endParaRPr sz="1800">
              <a:latin typeface="Nunito Sans Normal"/>
              <a:cs typeface="Arial"/>
            </a:endParaRPr>
          </a:p>
        </p:txBody>
      </p:sp>
      <p:sp>
        <p:nvSpPr>
          <p:cNvPr id="374850791" name="object 22"/>
          <p:cNvSpPr txBox="1"/>
          <p:nvPr/>
        </p:nvSpPr>
        <p:spPr bwMode="auto">
          <a:xfrm>
            <a:off x="14405709" y="6037853"/>
            <a:ext cx="824865" cy="30410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z="19750" spc="-380">
                <a:solidFill>
                  <a:srgbClr val="EA792F"/>
                </a:solidFill>
                <a:latin typeface="Nunito Sans Normal"/>
                <a:cs typeface="Arial"/>
              </a:rPr>
              <a:t>}</a:t>
            </a:r>
            <a:endParaRPr sz="19750">
              <a:latin typeface="Nunito Sans Normal"/>
              <a:cs typeface="Arial"/>
            </a:endParaRPr>
          </a:p>
        </p:txBody>
      </p:sp>
      <p:sp>
        <p:nvSpPr>
          <p:cNvPr id="1308753407" name="object 23"/>
          <p:cNvSpPr txBox="1"/>
          <p:nvPr/>
        </p:nvSpPr>
        <p:spPr bwMode="auto">
          <a:xfrm>
            <a:off x="15379501" y="7671003"/>
            <a:ext cx="265303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z="2600" spc="-35">
                <a:latin typeface="Nunito Sans Normal"/>
                <a:cs typeface="Arial"/>
              </a:rPr>
              <a:t>INTERVENTIONS</a:t>
            </a:r>
            <a:endParaRPr sz="2600">
              <a:latin typeface="Nunito Sans Normal"/>
              <a:cs typeface="Arial"/>
            </a:endParaRPr>
          </a:p>
        </p:txBody>
      </p:sp>
      <p:sp>
        <p:nvSpPr>
          <p:cNvPr id="1329413997" name="object 24"/>
          <p:cNvSpPr txBox="1"/>
          <p:nvPr/>
        </p:nvSpPr>
        <p:spPr bwMode="auto">
          <a:xfrm>
            <a:off x="6397707" y="9092950"/>
            <a:ext cx="1417320" cy="27828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defRPr/>
            </a:pPr>
            <a:r>
              <a:rPr sz="1700">
                <a:solidFill>
                  <a:srgbClr val="EA792F"/>
                </a:solidFill>
                <a:latin typeface="Nunito Sans Normal"/>
                <a:cs typeface="Arial"/>
              </a:rPr>
              <a:t>(Nosek,</a:t>
            </a:r>
            <a:r>
              <a:rPr sz="1700" spc="-90">
                <a:solidFill>
                  <a:srgbClr val="EA792F"/>
                </a:solidFill>
                <a:latin typeface="Nunito Sans Normal"/>
                <a:cs typeface="Arial"/>
              </a:rPr>
              <a:t> </a:t>
            </a:r>
            <a:r>
              <a:rPr sz="1700" spc="50">
                <a:solidFill>
                  <a:srgbClr val="EA792F"/>
                </a:solidFill>
                <a:latin typeface="Nunito Sans Normal"/>
                <a:cs typeface="Arial"/>
              </a:rPr>
              <a:t>2021)</a:t>
            </a:r>
            <a:endParaRPr sz="1700">
              <a:latin typeface="Nunito Sans Normal"/>
              <a:cs typeface="Arial"/>
            </a:endParaRPr>
          </a:p>
        </p:txBody>
      </p:sp>
      <p:grpSp>
        <p:nvGrpSpPr>
          <p:cNvPr id="515389343" name="object 22"/>
          <p:cNvGrpSpPr/>
          <p:nvPr/>
        </p:nvGrpSpPr>
        <p:grpSpPr bwMode="auto">
          <a:xfrm>
            <a:off x="1077185" y="9802495"/>
            <a:ext cx="3250565" cy="1033780"/>
            <a:chOff x="1077185" y="9534709"/>
            <a:chExt cx="3250565" cy="1033780"/>
          </a:xfrm>
        </p:grpSpPr>
        <p:sp>
          <p:nvSpPr>
            <p:cNvPr id="34" name="object 23"/>
            <p:cNvSpPr/>
            <p:nvPr/>
          </p:nvSpPr>
          <p:spPr bwMode="auto">
            <a:xfrm>
              <a:off x="3197254" y="9683903"/>
              <a:ext cx="1121410" cy="673735"/>
            </a:xfrm>
            <a:custGeom>
              <a:avLst/>
              <a:gdLst/>
              <a:ahLst/>
              <a:cxnLst/>
              <a:rect l="l" t="t" r="r" b="b"/>
              <a:pathLst>
                <a:path w="1121410" h="673734" extrusionOk="0">
                  <a:moveTo>
                    <a:pt x="60165" y="0"/>
                  </a:moveTo>
                  <a:lnTo>
                    <a:pt x="0" y="0"/>
                  </a:lnTo>
                  <a:lnTo>
                    <a:pt x="0" y="673236"/>
                  </a:lnTo>
                  <a:lnTo>
                    <a:pt x="73537" y="673236"/>
                  </a:lnTo>
                  <a:lnTo>
                    <a:pt x="73537" y="131786"/>
                  </a:lnTo>
                  <a:lnTo>
                    <a:pt x="158948" y="131786"/>
                  </a:lnTo>
                  <a:lnTo>
                    <a:pt x="60165" y="0"/>
                  </a:lnTo>
                  <a:close/>
                </a:path>
                <a:path w="1121410" h="673734" extrusionOk="0">
                  <a:moveTo>
                    <a:pt x="158948" y="131786"/>
                  </a:moveTo>
                  <a:lnTo>
                    <a:pt x="73537" y="131786"/>
                  </a:lnTo>
                  <a:lnTo>
                    <a:pt x="479388" y="673236"/>
                  </a:lnTo>
                  <a:lnTo>
                    <a:pt x="539543" y="673236"/>
                  </a:lnTo>
                  <a:lnTo>
                    <a:pt x="539543" y="541449"/>
                  </a:lnTo>
                  <a:lnTo>
                    <a:pt x="466017" y="541449"/>
                  </a:lnTo>
                  <a:lnTo>
                    <a:pt x="158948" y="131786"/>
                  </a:lnTo>
                  <a:close/>
                </a:path>
                <a:path w="1121410" h="673734" extrusionOk="0">
                  <a:moveTo>
                    <a:pt x="539543" y="0"/>
                  </a:moveTo>
                  <a:lnTo>
                    <a:pt x="466017" y="0"/>
                  </a:lnTo>
                  <a:lnTo>
                    <a:pt x="466017" y="541449"/>
                  </a:lnTo>
                  <a:lnTo>
                    <a:pt x="539543" y="541449"/>
                  </a:lnTo>
                  <a:lnTo>
                    <a:pt x="539543" y="0"/>
                  </a:lnTo>
                  <a:close/>
                </a:path>
                <a:path w="1121410" h="673734" extrusionOk="0">
                  <a:moveTo>
                    <a:pt x="784007" y="0"/>
                  </a:moveTo>
                  <a:lnTo>
                    <a:pt x="705706" y="0"/>
                  </a:lnTo>
                  <a:lnTo>
                    <a:pt x="705706" y="673236"/>
                  </a:lnTo>
                  <a:lnTo>
                    <a:pt x="1121107" y="673236"/>
                  </a:lnTo>
                  <a:lnTo>
                    <a:pt x="1121107" y="606389"/>
                  </a:lnTo>
                  <a:lnTo>
                    <a:pt x="784007" y="606389"/>
                  </a:lnTo>
                  <a:lnTo>
                    <a:pt x="784007" y="0"/>
                  </a:lnTo>
                  <a:close/>
                </a:path>
              </a:pathLst>
            </a:custGeom>
            <a:solidFill>
              <a:srgbClr val="EA792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35" name="object 24"/>
            <p:cNvPicPr/>
            <p:nvPr/>
          </p:nvPicPr>
          <p:blipFill rotWithShape="1">
            <a:blip r:embed="rId3"/>
            <a:stretch/>
          </p:blipFill>
          <p:spPr bwMode="auto">
            <a:xfrm>
              <a:off x="1077185" y="9534709"/>
              <a:ext cx="3250398" cy="1033513"/>
            </a:xfrm>
            <a:prstGeom prst="rect">
              <a:avLst/>
            </a:prstGeom>
          </p:spPr>
        </p:pic>
      </p:grpSp>
      <p:sp>
        <p:nvSpPr>
          <p:cNvPr id="1801717285" name="object 25"/>
          <p:cNvSpPr txBox="1">
            <a:spLocks noGrp="1"/>
          </p:cNvSpPr>
          <p:nvPr>
            <p:ph type="ftr" sz="quarter" idx="5"/>
          </p:nvPr>
        </p:nvSpPr>
        <p:spPr bwMode="auto">
          <a:xfrm>
            <a:off x="4946650" y="10078108"/>
            <a:ext cx="14410988" cy="75790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  <a:defRPr/>
            </a:pPr>
            <a:r>
              <a:rPr sz="4800">
                <a:latin typeface="Nunito Sans Normal"/>
              </a:rPr>
              <a:t>SHAPING</a:t>
            </a:r>
            <a:r>
              <a:rPr sz="4800" spc="-65">
                <a:latin typeface="Nunito Sans Normal"/>
              </a:rPr>
              <a:t> </a:t>
            </a:r>
            <a:r>
              <a:rPr sz="4800">
                <a:latin typeface="Nunito Sans Normal"/>
              </a:rPr>
              <a:t>CULTURAL</a:t>
            </a:r>
            <a:r>
              <a:rPr sz="4800" spc="-65">
                <a:latin typeface="Nunito Sans Normal"/>
              </a:rPr>
              <a:t> </a:t>
            </a:r>
            <a:r>
              <a:rPr sz="4800">
                <a:latin typeface="Nunito Sans Normal"/>
              </a:rPr>
              <a:t>CHANGE</a:t>
            </a:r>
            <a:r>
              <a:rPr sz="4800" spc="-60">
                <a:latin typeface="Nunito Sans Normal"/>
              </a:rPr>
              <a:t> </a:t>
            </a:r>
            <a:r>
              <a:rPr sz="4800" spc="-25">
                <a:latin typeface="Nunito Sans Normal"/>
              </a:rPr>
              <a:t>TOGETHER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655057" name="object 2"/>
          <p:cNvSpPr txBox="1">
            <a:spLocks noGrp="1"/>
          </p:cNvSpPr>
          <p:nvPr>
            <p:ph type="title"/>
          </p:nvPr>
        </p:nvSpPr>
        <p:spPr bwMode="auto">
          <a:xfrm>
            <a:off x="4981912" y="891052"/>
            <a:ext cx="8512175" cy="79893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defRPr/>
            </a:pPr>
            <a:r>
              <a:rPr sz="5100" b="1" dirty="0">
                <a:latin typeface="Nunito Sans Normal"/>
              </a:rPr>
              <a:t>Top</a:t>
            </a:r>
            <a:r>
              <a:rPr lang="nl-NL" sz="5100" b="1" dirty="0">
                <a:latin typeface="Nunito Sans Normal"/>
              </a:rPr>
              <a:t>-</a:t>
            </a:r>
            <a:r>
              <a:rPr sz="5100" b="1" dirty="0">
                <a:latin typeface="Nunito Sans Normal"/>
              </a:rPr>
              <a:t>down needs bottom</a:t>
            </a:r>
            <a:r>
              <a:rPr lang="nl-NL" sz="5100" b="1" dirty="0">
                <a:latin typeface="Nunito Sans Normal"/>
              </a:rPr>
              <a:t>-</a:t>
            </a:r>
            <a:r>
              <a:rPr sz="5100" b="1" dirty="0">
                <a:latin typeface="Nunito Sans Normal"/>
              </a:rPr>
              <a:t>up!</a:t>
            </a:r>
            <a:endParaRPr dirty="0"/>
          </a:p>
        </p:txBody>
      </p:sp>
      <p:sp>
        <p:nvSpPr>
          <p:cNvPr id="874623742" name="object 3"/>
          <p:cNvSpPr txBox="1"/>
          <p:nvPr/>
        </p:nvSpPr>
        <p:spPr bwMode="auto">
          <a:xfrm>
            <a:off x="4981912" y="2567969"/>
            <a:ext cx="10099338" cy="70108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defRPr/>
            </a:pPr>
            <a:r>
              <a:rPr sz="3450" dirty="0">
                <a:latin typeface="Nunito Sans Normal"/>
                <a:cs typeface="Arial"/>
              </a:rPr>
              <a:t>Open</a:t>
            </a:r>
            <a:r>
              <a:rPr sz="3450" spc="-40" dirty="0">
                <a:latin typeface="Nunito Sans Normal"/>
                <a:cs typeface="Arial"/>
              </a:rPr>
              <a:t> </a:t>
            </a:r>
            <a:r>
              <a:rPr sz="3450" spc="-55" dirty="0">
                <a:latin typeface="Nunito Sans Normal"/>
                <a:cs typeface="Arial"/>
              </a:rPr>
              <a:t>Science</a:t>
            </a:r>
            <a:r>
              <a:rPr sz="3450" spc="-40" dirty="0">
                <a:latin typeface="Nunito Sans Normal"/>
                <a:cs typeface="Arial"/>
              </a:rPr>
              <a:t> </a:t>
            </a:r>
            <a:r>
              <a:rPr sz="3450" dirty="0">
                <a:latin typeface="Nunito Sans Normal"/>
                <a:cs typeface="Arial"/>
              </a:rPr>
              <a:t>Communities</a:t>
            </a:r>
            <a:r>
              <a:rPr sz="3450" spc="-35" dirty="0">
                <a:latin typeface="Nunito Sans Normal"/>
                <a:cs typeface="Arial"/>
              </a:rPr>
              <a:t> </a:t>
            </a:r>
            <a:r>
              <a:rPr sz="3450" spc="-25" dirty="0">
                <a:latin typeface="Nunito Sans Normal"/>
                <a:cs typeface="Arial"/>
              </a:rPr>
              <a:t>NL</a:t>
            </a:r>
            <a:endParaRPr sz="3450" dirty="0">
              <a:latin typeface="Nunito Sans Normal"/>
              <a:cs typeface="Arial"/>
            </a:endParaRPr>
          </a:p>
          <a:p>
            <a:pPr>
              <a:lnSpc>
                <a:spcPct val="100000"/>
              </a:lnSpc>
              <a:spcBef>
                <a:spcPts val="185"/>
              </a:spcBef>
              <a:defRPr/>
            </a:pPr>
            <a:endParaRPr sz="3450" dirty="0">
              <a:latin typeface="Nunito Sans Normal"/>
              <a:cs typeface="Arial"/>
            </a:endParaRPr>
          </a:p>
          <a:p>
            <a:pPr marL="389255" marR="267970" indent="-377189">
              <a:lnSpc>
                <a:spcPct val="100400"/>
              </a:lnSpc>
              <a:spcBef>
                <a:spcPts val="5"/>
              </a:spcBef>
              <a:buChar char="•"/>
              <a:tabLst>
                <a:tab pos="396875" algn="l"/>
              </a:tabLst>
              <a:defRPr/>
            </a:pPr>
            <a:r>
              <a:rPr sz="3450" b="1" spc="105" dirty="0">
                <a:latin typeface="Nunito Sans Normal"/>
                <a:cs typeface="Arial"/>
              </a:rPr>
              <a:t>bottom</a:t>
            </a:r>
            <a:r>
              <a:rPr sz="3450" b="1" spc="45" dirty="0">
                <a:latin typeface="Nunito Sans Normal"/>
                <a:cs typeface="Arial"/>
              </a:rPr>
              <a:t> </a:t>
            </a:r>
            <a:r>
              <a:rPr sz="3450" b="1" dirty="0">
                <a:latin typeface="Nunito Sans Normal"/>
                <a:cs typeface="Arial"/>
              </a:rPr>
              <a:t>up,</a:t>
            </a:r>
            <a:r>
              <a:rPr sz="3450" b="1" spc="60" dirty="0">
                <a:latin typeface="Nunito Sans Normal"/>
                <a:cs typeface="Arial"/>
              </a:rPr>
              <a:t> </a:t>
            </a:r>
            <a:r>
              <a:rPr sz="3450" b="1" dirty="0">
                <a:latin typeface="Nunito Sans Normal"/>
                <a:cs typeface="Arial"/>
              </a:rPr>
              <a:t>community</a:t>
            </a:r>
            <a:r>
              <a:rPr lang="nl-NL" sz="3450" b="1" spc="60" dirty="0">
                <a:latin typeface="Nunito Sans Normal"/>
                <a:cs typeface="Arial"/>
              </a:rPr>
              <a:t>-</a:t>
            </a:r>
            <a:r>
              <a:rPr sz="3450" b="1" spc="90" dirty="0">
                <a:latin typeface="Nunito Sans Normal"/>
                <a:cs typeface="Arial"/>
              </a:rPr>
              <a:t>led</a:t>
            </a:r>
            <a:r>
              <a:rPr sz="3450" b="1" spc="55" dirty="0">
                <a:latin typeface="Nunito Sans Normal"/>
                <a:cs typeface="Arial"/>
              </a:rPr>
              <a:t> </a:t>
            </a:r>
            <a:endParaRPr lang="nl-NL" sz="3450" b="1" spc="55" dirty="0">
              <a:latin typeface="Nunito Sans Normal"/>
              <a:cs typeface="Arial"/>
            </a:endParaRPr>
          </a:p>
          <a:p>
            <a:pPr marL="12065" marR="267970">
              <a:lnSpc>
                <a:spcPct val="100400"/>
              </a:lnSpc>
              <a:spcBef>
                <a:spcPts val="5"/>
              </a:spcBef>
              <a:tabLst>
                <a:tab pos="396875" algn="l"/>
              </a:tabLst>
              <a:defRPr/>
            </a:pPr>
            <a:r>
              <a:rPr lang="nl-NL" sz="3450" spc="55" dirty="0">
                <a:latin typeface="Nunito Sans Normal"/>
                <a:cs typeface="Arial"/>
              </a:rPr>
              <a:t>	</a:t>
            </a:r>
            <a:r>
              <a:rPr sz="3450" dirty="0">
                <a:latin typeface="Nunito Sans Normal"/>
                <a:cs typeface="Arial"/>
              </a:rPr>
              <a:t>started</a:t>
            </a:r>
            <a:r>
              <a:rPr sz="3450" spc="65" dirty="0">
                <a:latin typeface="Nunito Sans Normal"/>
                <a:cs typeface="Arial"/>
              </a:rPr>
              <a:t> </a:t>
            </a:r>
            <a:r>
              <a:rPr sz="3450" spc="45" dirty="0">
                <a:latin typeface="Nunito Sans Normal"/>
                <a:cs typeface="Arial"/>
              </a:rPr>
              <a:t>by </a:t>
            </a:r>
            <a:r>
              <a:rPr sz="3450" spc="-25" dirty="0">
                <a:latin typeface="Nunito Sans Normal"/>
                <a:cs typeface="Arial"/>
              </a:rPr>
              <a:t>researchers</a:t>
            </a:r>
            <a:r>
              <a:rPr sz="3450" spc="-75" dirty="0">
                <a:latin typeface="Nunito Sans Normal"/>
                <a:cs typeface="Arial"/>
              </a:rPr>
              <a:t> </a:t>
            </a:r>
            <a:r>
              <a:rPr sz="3450" dirty="0">
                <a:latin typeface="Nunito Sans Normal"/>
                <a:cs typeface="Arial"/>
              </a:rPr>
              <a:t>in</a:t>
            </a:r>
            <a:r>
              <a:rPr sz="3450" spc="-75" dirty="0">
                <a:latin typeface="Nunito Sans Normal"/>
                <a:cs typeface="Arial"/>
              </a:rPr>
              <a:t> </a:t>
            </a:r>
            <a:r>
              <a:rPr sz="3450" spc="-10" dirty="0">
                <a:latin typeface="Nunito Sans Normal"/>
                <a:cs typeface="Arial"/>
              </a:rPr>
              <a:t>Utrecht</a:t>
            </a:r>
            <a:endParaRPr lang="nl-NL" sz="3450" spc="-10" dirty="0">
              <a:latin typeface="Nunito Sans Normal"/>
              <a:cs typeface="Arial"/>
            </a:endParaRPr>
          </a:p>
          <a:p>
            <a:pPr marL="12065" marR="267970">
              <a:lnSpc>
                <a:spcPct val="100400"/>
              </a:lnSpc>
              <a:spcBef>
                <a:spcPts val="5"/>
              </a:spcBef>
              <a:tabLst>
                <a:tab pos="396875" algn="l"/>
              </a:tabLst>
              <a:defRPr/>
            </a:pPr>
            <a:endParaRPr sz="3450" dirty="0">
              <a:latin typeface="Nunito Sans Normal"/>
              <a:cs typeface="Arial"/>
            </a:endParaRPr>
          </a:p>
          <a:p>
            <a:pPr marL="389255" marR="570865" indent="-377189">
              <a:lnSpc>
                <a:spcPts val="4160"/>
              </a:lnSpc>
              <a:spcBef>
                <a:spcPts val="135"/>
              </a:spcBef>
              <a:buChar char="•"/>
              <a:tabLst>
                <a:tab pos="432434" algn="l"/>
              </a:tabLst>
              <a:defRPr/>
            </a:pPr>
            <a:r>
              <a:rPr sz="3450" b="1" spc="150" dirty="0">
                <a:latin typeface="Nunito Sans Normal"/>
                <a:cs typeface="Arial"/>
              </a:rPr>
              <a:t>12</a:t>
            </a:r>
            <a:r>
              <a:rPr sz="3450" b="1" spc="-35" dirty="0">
                <a:latin typeface="Nunito Sans Normal"/>
                <a:cs typeface="Arial"/>
              </a:rPr>
              <a:t> </a:t>
            </a:r>
            <a:r>
              <a:rPr sz="3450" b="1" spc="55" dirty="0">
                <a:latin typeface="Nunito Sans Normal"/>
                <a:cs typeface="Arial"/>
              </a:rPr>
              <a:t>local</a:t>
            </a:r>
            <a:r>
              <a:rPr sz="3450" b="1" spc="-35" dirty="0">
                <a:latin typeface="Nunito Sans Normal"/>
                <a:cs typeface="Arial"/>
              </a:rPr>
              <a:t> </a:t>
            </a:r>
            <a:r>
              <a:rPr sz="3450" b="1" dirty="0">
                <a:latin typeface="Nunito Sans Normal"/>
                <a:cs typeface="Arial"/>
              </a:rPr>
              <a:t>hubs</a:t>
            </a:r>
            <a:r>
              <a:rPr sz="3450" b="1" spc="-35" dirty="0">
                <a:latin typeface="Nunito Sans Normal"/>
                <a:cs typeface="Arial"/>
              </a:rPr>
              <a:t> </a:t>
            </a:r>
            <a:r>
              <a:rPr sz="3450" b="1" dirty="0">
                <a:latin typeface="Nunito Sans Normal"/>
                <a:cs typeface="Arial"/>
              </a:rPr>
              <a:t>in</a:t>
            </a:r>
            <a:r>
              <a:rPr sz="3450" b="1" spc="-35" dirty="0">
                <a:latin typeface="Nunito Sans Normal"/>
                <a:cs typeface="Arial"/>
              </a:rPr>
              <a:t> </a:t>
            </a:r>
            <a:r>
              <a:rPr sz="3450" b="1" dirty="0">
                <a:latin typeface="Nunito Sans Normal"/>
                <a:cs typeface="Arial"/>
              </a:rPr>
              <a:t>NL</a:t>
            </a:r>
            <a:r>
              <a:rPr sz="3450" b="1" spc="-30" dirty="0">
                <a:latin typeface="Nunito Sans Normal"/>
                <a:cs typeface="Arial"/>
              </a:rPr>
              <a:t> </a:t>
            </a:r>
            <a:endParaRPr lang="nl-NL" sz="3450" b="1" spc="-30" dirty="0">
              <a:latin typeface="Nunito Sans Normal"/>
              <a:cs typeface="Arial"/>
            </a:endParaRPr>
          </a:p>
          <a:p>
            <a:pPr marL="12065" marR="570865">
              <a:lnSpc>
                <a:spcPts val="4160"/>
              </a:lnSpc>
              <a:spcBef>
                <a:spcPts val="135"/>
              </a:spcBef>
              <a:tabLst>
                <a:tab pos="432434" algn="l"/>
              </a:tabLst>
              <a:defRPr/>
            </a:pPr>
            <a:r>
              <a:rPr lang="nl-NL" sz="3450" dirty="0">
                <a:latin typeface="Nunito Sans Normal"/>
                <a:cs typeface="Arial"/>
              </a:rPr>
              <a:t>	</a:t>
            </a:r>
            <a:r>
              <a:rPr sz="3450" dirty="0">
                <a:latin typeface="Nunito Sans Normal"/>
                <a:cs typeface="Arial"/>
              </a:rPr>
              <a:t>and</a:t>
            </a:r>
            <a:r>
              <a:rPr sz="3450" spc="-35" dirty="0">
                <a:latin typeface="Nunito Sans Normal"/>
                <a:cs typeface="Arial"/>
              </a:rPr>
              <a:t> </a:t>
            </a:r>
            <a:r>
              <a:rPr sz="3450" dirty="0">
                <a:latin typeface="Nunito Sans Normal"/>
                <a:cs typeface="Arial"/>
              </a:rPr>
              <a:t>many</a:t>
            </a:r>
            <a:r>
              <a:rPr sz="3450" spc="-35" dirty="0">
                <a:latin typeface="Nunito Sans Normal"/>
                <a:cs typeface="Arial"/>
              </a:rPr>
              <a:t> </a:t>
            </a:r>
            <a:r>
              <a:rPr sz="3450" spc="-20" dirty="0">
                <a:latin typeface="Nunito Sans Normal"/>
                <a:cs typeface="Arial"/>
              </a:rPr>
              <a:t>more </a:t>
            </a:r>
            <a:r>
              <a:rPr sz="3450" spc="-10" dirty="0">
                <a:latin typeface="Nunito Sans Normal"/>
                <a:cs typeface="Arial"/>
              </a:rPr>
              <a:t>beyond</a:t>
            </a:r>
            <a:endParaRPr lang="nl-NL" sz="3450" spc="-10" dirty="0">
              <a:latin typeface="Nunito Sans Normal"/>
              <a:cs typeface="Arial"/>
            </a:endParaRPr>
          </a:p>
          <a:p>
            <a:pPr marL="12065" marR="570865">
              <a:lnSpc>
                <a:spcPts val="4160"/>
              </a:lnSpc>
              <a:spcBef>
                <a:spcPts val="135"/>
              </a:spcBef>
              <a:tabLst>
                <a:tab pos="432434" algn="l"/>
              </a:tabLst>
              <a:defRPr/>
            </a:pPr>
            <a:endParaRPr sz="3450" dirty="0">
              <a:latin typeface="Nunito Sans Normal"/>
              <a:cs typeface="Arial"/>
            </a:endParaRPr>
          </a:p>
          <a:p>
            <a:pPr marL="389890" indent="-377189">
              <a:lnSpc>
                <a:spcPts val="4010"/>
              </a:lnSpc>
              <a:buChar char="•"/>
              <a:tabLst>
                <a:tab pos="389890" algn="l"/>
              </a:tabLst>
              <a:defRPr/>
            </a:pPr>
            <a:r>
              <a:rPr sz="3450" b="1" dirty="0">
                <a:latin typeface="Nunito Sans Normal"/>
                <a:cs typeface="Arial"/>
              </a:rPr>
              <a:t>over</a:t>
            </a:r>
            <a:r>
              <a:rPr sz="3450" b="1" spc="-5" dirty="0">
                <a:latin typeface="Nunito Sans Normal"/>
                <a:cs typeface="Arial"/>
              </a:rPr>
              <a:t> </a:t>
            </a:r>
            <a:r>
              <a:rPr sz="3450" b="1" spc="150" dirty="0">
                <a:latin typeface="Nunito Sans Normal"/>
                <a:cs typeface="Arial"/>
              </a:rPr>
              <a:t>2000</a:t>
            </a:r>
            <a:r>
              <a:rPr sz="3450" b="1" spc="5" dirty="0">
                <a:latin typeface="Nunito Sans Normal"/>
                <a:cs typeface="Arial"/>
              </a:rPr>
              <a:t> </a:t>
            </a:r>
            <a:r>
              <a:rPr sz="3450" b="1" dirty="0">
                <a:latin typeface="Nunito Sans Normal"/>
                <a:cs typeface="Arial"/>
              </a:rPr>
              <a:t>members</a:t>
            </a:r>
            <a:r>
              <a:rPr sz="3450" b="1" spc="5" dirty="0">
                <a:latin typeface="Nunito Sans Normal"/>
                <a:cs typeface="Arial"/>
              </a:rPr>
              <a:t> </a:t>
            </a:r>
            <a:r>
              <a:rPr sz="3450" b="1" dirty="0">
                <a:latin typeface="Nunito Sans Normal"/>
                <a:cs typeface="Arial"/>
              </a:rPr>
              <a:t>in</a:t>
            </a:r>
            <a:r>
              <a:rPr sz="3450" b="1" spc="10" dirty="0">
                <a:latin typeface="Nunito Sans Normal"/>
                <a:cs typeface="Arial"/>
              </a:rPr>
              <a:t> </a:t>
            </a:r>
            <a:r>
              <a:rPr sz="3450" b="1" spc="-25" dirty="0">
                <a:latin typeface="Nunito Sans Normal"/>
                <a:cs typeface="Arial"/>
              </a:rPr>
              <a:t>NL</a:t>
            </a:r>
            <a:endParaRPr sz="3450" b="1" dirty="0">
              <a:latin typeface="Nunito Sans Normal"/>
              <a:cs typeface="Arial"/>
            </a:endParaRPr>
          </a:p>
          <a:p>
            <a:pPr>
              <a:lnSpc>
                <a:spcPct val="100000"/>
              </a:lnSpc>
              <a:spcBef>
                <a:spcPts val="185"/>
              </a:spcBef>
              <a:defRPr/>
            </a:pPr>
            <a:endParaRPr sz="3450" dirty="0">
              <a:latin typeface="Nunito Sans Normal"/>
              <a:cs typeface="Arial"/>
            </a:endParaRPr>
          </a:p>
          <a:p>
            <a:pPr marL="12700" marR="5080">
              <a:lnSpc>
                <a:spcPct val="100400"/>
              </a:lnSpc>
              <a:spcBef>
                <a:spcPts val="5"/>
              </a:spcBef>
              <a:defRPr/>
            </a:pPr>
            <a:r>
              <a:rPr sz="3450" spc="204" dirty="0">
                <a:latin typeface="Nunito Sans Normal"/>
                <a:cs typeface="Arial"/>
              </a:rPr>
              <a:t>A</a:t>
            </a:r>
            <a:r>
              <a:rPr sz="3450" spc="-60" dirty="0">
                <a:latin typeface="Nunito Sans Normal"/>
                <a:cs typeface="Arial"/>
              </a:rPr>
              <a:t> </a:t>
            </a:r>
            <a:r>
              <a:rPr sz="3450" dirty="0">
                <a:latin typeface="Nunito Sans Normal"/>
                <a:cs typeface="Arial"/>
              </a:rPr>
              <a:t>place</a:t>
            </a:r>
            <a:r>
              <a:rPr sz="3450" spc="-60" dirty="0">
                <a:latin typeface="Nunito Sans Normal"/>
                <a:cs typeface="Arial"/>
              </a:rPr>
              <a:t> </a:t>
            </a:r>
            <a:r>
              <a:rPr sz="3450" spc="75" dirty="0">
                <a:latin typeface="Nunito Sans Normal"/>
                <a:cs typeface="Arial"/>
              </a:rPr>
              <a:t>where</a:t>
            </a:r>
            <a:r>
              <a:rPr sz="3450" spc="-60" dirty="0">
                <a:latin typeface="Nunito Sans Normal"/>
                <a:cs typeface="Arial"/>
              </a:rPr>
              <a:t> </a:t>
            </a:r>
            <a:r>
              <a:rPr sz="3450" spc="-25" dirty="0">
                <a:latin typeface="Nunito Sans Normal"/>
                <a:cs typeface="Arial"/>
              </a:rPr>
              <a:t>researchers</a:t>
            </a:r>
            <a:r>
              <a:rPr sz="3450" spc="-60" dirty="0">
                <a:latin typeface="Nunito Sans Normal"/>
                <a:cs typeface="Arial"/>
              </a:rPr>
              <a:t> </a:t>
            </a:r>
            <a:r>
              <a:rPr sz="3450" dirty="0">
                <a:latin typeface="Nunito Sans Normal"/>
                <a:cs typeface="Arial"/>
              </a:rPr>
              <a:t>and</a:t>
            </a:r>
            <a:r>
              <a:rPr sz="3450" spc="-60" dirty="0">
                <a:latin typeface="Nunito Sans Normal"/>
                <a:cs typeface="Arial"/>
              </a:rPr>
              <a:t> </a:t>
            </a:r>
            <a:r>
              <a:rPr sz="3450" spc="-10" dirty="0">
                <a:latin typeface="Nunito Sans Normal"/>
                <a:cs typeface="Arial"/>
              </a:rPr>
              <a:t>scholars, </a:t>
            </a:r>
            <a:r>
              <a:rPr sz="3450" dirty="0">
                <a:latin typeface="Nunito Sans Normal"/>
                <a:cs typeface="Arial"/>
              </a:rPr>
              <a:t>educators,</a:t>
            </a:r>
            <a:r>
              <a:rPr sz="3450" spc="25" dirty="0">
                <a:latin typeface="Nunito Sans Normal"/>
                <a:cs typeface="Arial"/>
              </a:rPr>
              <a:t> </a:t>
            </a:r>
            <a:r>
              <a:rPr sz="3450" spc="65" dirty="0">
                <a:latin typeface="Nunito Sans Normal"/>
                <a:cs typeface="Arial"/>
              </a:rPr>
              <a:t>support</a:t>
            </a:r>
            <a:r>
              <a:rPr sz="3450" spc="35" dirty="0">
                <a:latin typeface="Nunito Sans Normal"/>
                <a:cs typeface="Arial"/>
              </a:rPr>
              <a:t> </a:t>
            </a:r>
            <a:r>
              <a:rPr sz="3450" dirty="0">
                <a:latin typeface="Nunito Sans Normal"/>
                <a:cs typeface="Arial"/>
              </a:rPr>
              <a:t>staff,</a:t>
            </a:r>
            <a:r>
              <a:rPr sz="3450" spc="35" dirty="0">
                <a:latin typeface="Nunito Sans Normal"/>
                <a:cs typeface="Arial"/>
              </a:rPr>
              <a:t> </a:t>
            </a:r>
            <a:r>
              <a:rPr sz="3450" dirty="0">
                <a:latin typeface="Nunito Sans Normal"/>
                <a:cs typeface="Arial"/>
              </a:rPr>
              <a:t>students,</a:t>
            </a:r>
            <a:r>
              <a:rPr sz="3450" spc="40" dirty="0">
                <a:latin typeface="Nunito Sans Normal"/>
                <a:cs typeface="Arial"/>
              </a:rPr>
              <a:t> </a:t>
            </a:r>
            <a:r>
              <a:rPr sz="3450" spc="-25" dirty="0">
                <a:latin typeface="Nunito Sans Normal"/>
                <a:cs typeface="Arial"/>
              </a:rPr>
              <a:t>and </a:t>
            </a:r>
            <a:r>
              <a:rPr sz="3450" dirty="0">
                <a:latin typeface="Nunito Sans Normal"/>
                <a:cs typeface="Arial"/>
              </a:rPr>
              <a:t>citizens</a:t>
            </a:r>
            <a:r>
              <a:rPr sz="3450" spc="-55" dirty="0">
                <a:latin typeface="Nunito Sans Normal"/>
                <a:cs typeface="Arial"/>
              </a:rPr>
              <a:t> </a:t>
            </a:r>
            <a:r>
              <a:rPr sz="3450" dirty="0">
                <a:latin typeface="Nunito Sans Normal"/>
                <a:cs typeface="Arial"/>
              </a:rPr>
              <a:t>learn</a:t>
            </a:r>
            <a:r>
              <a:rPr sz="3450" spc="-55" dirty="0">
                <a:latin typeface="Nunito Sans Normal"/>
                <a:cs typeface="Arial"/>
              </a:rPr>
              <a:t> </a:t>
            </a:r>
            <a:r>
              <a:rPr sz="3450" spc="85" dirty="0">
                <a:latin typeface="Nunito Sans Normal"/>
                <a:cs typeface="Arial"/>
              </a:rPr>
              <a:t>from</a:t>
            </a:r>
            <a:r>
              <a:rPr sz="3450" spc="-50" dirty="0">
                <a:latin typeface="Nunito Sans Normal"/>
                <a:cs typeface="Arial"/>
              </a:rPr>
              <a:t> </a:t>
            </a:r>
            <a:r>
              <a:rPr sz="3450" spc="-20" dirty="0">
                <a:latin typeface="Nunito Sans Normal"/>
                <a:cs typeface="Arial"/>
              </a:rPr>
              <a:t>each</a:t>
            </a:r>
            <a:r>
              <a:rPr sz="3450" spc="-55" dirty="0">
                <a:latin typeface="Nunito Sans Normal"/>
                <a:cs typeface="Arial"/>
              </a:rPr>
              <a:t> </a:t>
            </a:r>
            <a:r>
              <a:rPr sz="3450" spc="60" dirty="0">
                <a:latin typeface="Nunito Sans Normal"/>
                <a:cs typeface="Arial"/>
              </a:rPr>
              <a:t>other</a:t>
            </a:r>
            <a:r>
              <a:rPr sz="3450" spc="-50" dirty="0">
                <a:latin typeface="Nunito Sans Normal"/>
                <a:cs typeface="Arial"/>
              </a:rPr>
              <a:t> </a:t>
            </a:r>
            <a:r>
              <a:rPr sz="3450" spc="145" dirty="0">
                <a:latin typeface="Nunito Sans Normal"/>
                <a:cs typeface="Arial"/>
              </a:rPr>
              <a:t>how</a:t>
            </a:r>
            <a:r>
              <a:rPr sz="3450" spc="-55" dirty="0">
                <a:latin typeface="Nunito Sans Normal"/>
                <a:cs typeface="Arial"/>
              </a:rPr>
              <a:t> </a:t>
            </a:r>
            <a:r>
              <a:rPr sz="3450" spc="125" dirty="0">
                <a:latin typeface="Nunito Sans Normal"/>
                <a:cs typeface="Arial"/>
              </a:rPr>
              <a:t>to</a:t>
            </a:r>
            <a:r>
              <a:rPr sz="3450" spc="-50" dirty="0">
                <a:latin typeface="Nunito Sans Normal"/>
                <a:cs typeface="Arial"/>
              </a:rPr>
              <a:t> </a:t>
            </a:r>
            <a:r>
              <a:rPr sz="3450" spc="80" dirty="0">
                <a:latin typeface="Nunito Sans Normal"/>
                <a:cs typeface="Arial"/>
              </a:rPr>
              <a:t>put </a:t>
            </a:r>
            <a:r>
              <a:rPr sz="3450" dirty="0">
                <a:latin typeface="Nunito Sans Normal"/>
                <a:cs typeface="Arial"/>
              </a:rPr>
              <a:t>Open</a:t>
            </a:r>
            <a:r>
              <a:rPr sz="3450" spc="-105" dirty="0">
                <a:latin typeface="Nunito Sans Normal"/>
                <a:cs typeface="Arial"/>
              </a:rPr>
              <a:t> </a:t>
            </a:r>
            <a:r>
              <a:rPr sz="3450" spc="-55" dirty="0">
                <a:latin typeface="Nunito Sans Normal"/>
                <a:cs typeface="Arial"/>
              </a:rPr>
              <a:t>Science</a:t>
            </a:r>
            <a:r>
              <a:rPr sz="3450" spc="-100" dirty="0">
                <a:latin typeface="Nunito Sans Normal"/>
                <a:cs typeface="Arial"/>
              </a:rPr>
              <a:t> </a:t>
            </a:r>
            <a:r>
              <a:rPr sz="3450" spc="125" dirty="0">
                <a:latin typeface="Nunito Sans Normal"/>
                <a:cs typeface="Arial"/>
              </a:rPr>
              <a:t>to</a:t>
            </a:r>
            <a:r>
              <a:rPr sz="3450" spc="-105" dirty="0">
                <a:latin typeface="Nunito Sans Normal"/>
                <a:cs typeface="Arial"/>
              </a:rPr>
              <a:t> </a:t>
            </a:r>
            <a:r>
              <a:rPr sz="3450" spc="-10" dirty="0">
                <a:latin typeface="Nunito Sans Normal"/>
                <a:cs typeface="Arial"/>
              </a:rPr>
              <a:t>practice.</a:t>
            </a:r>
            <a:endParaRPr sz="3450" dirty="0">
              <a:latin typeface="Nunito Sans Normal"/>
              <a:cs typeface="Arial"/>
            </a:endParaRPr>
          </a:p>
        </p:txBody>
      </p:sp>
      <p:pic>
        <p:nvPicPr>
          <p:cNvPr id="143217541" name="object 4"/>
          <p:cNvPicPr/>
          <p:nvPr/>
        </p:nvPicPr>
        <p:blipFill rotWithShape="1">
          <a:blip r:embed="rId3"/>
          <a:stretch/>
        </p:blipFill>
        <p:spPr bwMode="auto">
          <a:xfrm>
            <a:off x="679450" y="3611332"/>
            <a:ext cx="3845580" cy="5625475"/>
          </a:xfrm>
          <a:prstGeom prst="rect">
            <a:avLst/>
          </a:prstGeom>
        </p:spPr>
      </p:pic>
      <p:sp>
        <p:nvSpPr>
          <p:cNvPr id="1076301403" name="object 5"/>
          <p:cNvSpPr txBox="1"/>
          <p:nvPr/>
        </p:nvSpPr>
        <p:spPr bwMode="auto">
          <a:xfrm>
            <a:off x="17427815" y="8033909"/>
            <a:ext cx="2548890" cy="278153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2515"/>
              </a:lnSpc>
              <a:spcBef>
                <a:spcPts val="90"/>
              </a:spcBef>
              <a:defRPr/>
            </a:pPr>
            <a:r>
              <a:rPr sz="2100" b="1" spc="-10" dirty="0">
                <a:latin typeface="Nunito Sans Normal"/>
                <a:cs typeface="Arial"/>
              </a:rPr>
              <a:t>Shared </a:t>
            </a:r>
            <a:r>
              <a:rPr sz="2100" b="1" dirty="0">
                <a:latin typeface="Nunito Sans Normal"/>
                <a:cs typeface="Arial"/>
              </a:rPr>
              <a:t>goal</a:t>
            </a:r>
            <a:r>
              <a:rPr sz="2100" b="1" spc="-10" dirty="0">
                <a:latin typeface="Nunito Sans Normal"/>
                <a:cs typeface="Arial"/>
              </a:rPr>
              <a:t> </a:t>
            </a:r>
            <a:endParaRPr lang="nl-NL" sz="2100" b="1" spc="-10" dirty="0">
              <a:latin typeface="Nunito Sans Normal"/>
              <a:cs typeface="Arial"/>
            </a:endParaRPr>
          </a:p>
          <a:p>
            <a:pPr marL="12700" algn="ctr">
              <a:lnSpc>
                <a:spcPts val="2515"/>
              </a:lnSpc>
              <a:spcBef>
                <a:spcPts val="90"/>
              </a:spcBef>
              <a:defRPr/>
            </a:pPr>
            <a:r>
              <a:rPr sz="2100" b="1" spc="-50" dirty="0">
                <a:latin typeface="Nunito Sans Normal"/>
                <a:cs typeface="Arial"/>
              </a:rPr>
              <a:t>+</a:t>
            </a:r>
            <a:endParaRPr sz="2100" b="1" dirty="0">
              <a:latin typeface="Nunito Sans Normal"/>
              <a:cs typeface="Arial"/>
            </a:endParaRPr>
          </a:p>
          <a:p>
            <a:pPr marL="12700" marR="5080" algn="ctr">
              <a:lnSpc>
                <a:spcPts val="2510"/>
              </a:lnSpc>
              <a:spcBef>
                <a:spcPts val="90"/>
              </a:spcBef>
              <a:defRPr/>
            </a:pPr>
            <a:r>
              <a:rPr sz="2100" b="1" spc="-45" dirty="0">
                <a:latin typeface="Nunito Sans Normal"/>
                <a:cs typeface="Arial"/>
              </a:rPr>
              <a:t>Sense</a:t>
            </a:r>
            <a:r>
              <a:rPr sz="2100" b="1" spc="65" dirty="0">
                <a:latin typeface="Nunito Sans Normal"/>
                <a:cs typeface="Arial"/>
              </a:rPr>
              <a:t> </a:t>
            </a:r>
            <a:r>
              <a:rPr sz="2100" b="1" spc="50" dirty="0">
                <a:latin typeface="Nunito Sans Normal"/>
                <a:cs typeface="Arial"/>
              </a:rPr>
              <a:t>of</a:t>
            </a:r>
            <a:r>
              <a:rPr sz="2100" b="1" spc="70" dirty="0">
                <a:latin typeface="Nunito Sans Normal"/>
                <a:cs typeface="Arial"/>
              </a:rPr>
              <a:t> </a:t>
            </a:r>
            <a:r>
              <a:rPr sz="2100" b="1" dirty="0">
                <a:latin typeface="Nunito Sans Normal"/>
                <a:cs typeface="Arial"/>
              </a:rPr>
              <a:t>belonging</a:t>
            </a:r>
            <a:r>
              <a:rPr sz="2100" b="1" spc="70" dirty="0">
                <a:latin typeface="Nunito Sans Normal"/>
                <a:cs typeface="Arial"/>
              </a:rPr>
              <a:t> </a:t>
            </a:r>
            <a:r>
              <a:rPr sz="2100" b="1" spc="-50" dirty="0">
                <a:latin typeface="Nunito Sans Normal"/>
                <a:cs typeface="Arial"/>
              </a:rPr>
              <a:t>+ </a:t>
            </a:r>
            <a:endParaRPr lang="nl-NL" sz="2100" b="1" spc="-50" dirty="0">
              <a:latin typeface="Nunito Sans Normal"/>
              <a:cs typeface="Arial"/>
            </a:endParaRPr>
          </a:p>
          <a:p>
            <a:pPr marL="12700" marR="5080" algn="ctr">
              <a:lnSpc>
                <a:spcPts val="2510"/>
              </a:lnSpc>
              <a:spcBef>
                <a:spcPts val="90"/>
              </a:spcBef>
              <a:defRPr/>
            </a:pPr>
            <a:r>
              <a:rPr sz="2100" b="1" dirty="0">
                <a:latin typeface="Nunito Sans Normal"/>
                <a:cs typeface="Arial"/>
              </a:rPr>
              <a:t>Opportunity</a:t>
            </a:r>
            <a:endParaRPr lang="nl-NL" sz="2100" b="1" dirty="0">
              <a:latin typeface="Nunito Sans Normal"/>
              <a:cs typeface="Arial"/>
            </a:endParaRPr>
          </a:p>
          <a:p>
            <a:pPr marL="12700" marR="5080" algn="ctr">
              <a:lnSpc>
                <a:spcPts val="2510"/>
              </a:lnSpc>
              <a:spcBef>
                <a:spcPts val="90"/>
              </a:spcBef>
              <a:defRPr/>
            </a:pPr>
            <a:r>
              <a:rPr sz="2100" b="1" spc="-50" dirty="0">
                <a:latin typeface="Nunito Sans Normal"/>
                <a:cs typeface="Arial"/>
              </a:rPr>
              <a:t>=</a:t>
            </a:r>
            <a:endParaRPr sz="2100" b="1" dirty="0">
              <a:latin typeface="Nunito Sans Normal"/>
              <a:cs typeface="Arial"/>
            </a:endParaRPr>
          </a:p>
          <a:p>
            <a:pPr marL="12700" algn="ctr">
              <a:lnSpc>
                <a:spcPct val="100000"/>
              </a:lnSpc>
              <a:spcBef>
                <a:spcPts val="1430"/>
              </a:spcBef>
              <a:defRPr/>
            </a:pPr>
            <a:r>
              <a:rPr sz="4000" b="1" spc="45" dirty="0">
                <a:latin typeface="Nunito Sans Normal"/>
                <a:cs typeface="Arial"/>
              </a:rPr>
              <a:t>Action!</a:t>
            </a:r>
            <a:endParaRPr sz="4000" b="1" dirty="0">
              <a:latin typeface="Nunito Sans Normal"/>
              <a:cs typeface="Arial"/>
            </a:endParaRPr>
          </a:p>
        </p:txBody>
      </p:sp>
      <p:grpSp>
        <p:nvGrpSpPr>
          <p:cNvPr id="1514010620" name="object 6"/>
          <p:cNvGrpSpPr/>
          <p:nvPr/>
        </p:nvGrpSpPr>
        <p:grpSpPr bwMode="auto">
          <a:xfrm>
            <a:off x="679450" y="1301718"/>
            <a:ext cx="2766390" cy="1107440"/>
            <a:chOff x="15113486" y="1161109"/>
            <a:chExt cx="3385185" cy="726440"/>
          </a:xfrm>
        </p:grpSpPr>
        <p:sp>
          <p:nvSpPr>
            <p:cNvPr id="18" name="object 7"/>
            <p:cNvSpPr/>
            <p:nvPr/>
          </p:nvSpPr>
          <p:spPr bwMode="auto">
            <a:xfrm>
              <a:off x="16562478" y="1521095"/>
              <a:ext cx="496570" cy="0"/>
            </a:xfrm>
            <a:custGeom>
              <a:avLst/>
              <a:gdLst/>
              <a:ahLst/>
              <a:cxnLst/>
              <a:rect l="l" t="t" r="r" b="b"/>
              <a:pathLst>
                <a:path w="496569" extrusionOk="0">
                  <a:moveTo>
                    <a:pt x="0" y="0"/>
                  </a:moveTo>
                  <a:lnTo>
                    <a:pt x="495953" y="0"/>
                  </a:lnTo>
                </a:path>
              </a:pathLst>
            </a:custGeom>
            <a:grpFill/>
            <a:ln w="801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19" name="object 8"/>
            <p:cNvSpPr/>
            <p:nvPr/>
          </p:nvSpPr>
          <p:spPr bwMode="auto">
            <a:xfrm>
              <a:off x="16472243" y="1382451"/>
              <a:ext cx="676910" cy="277495"/>
            </a:xfrm>
            <a:custGeom>
              <a:avLst/>
              <a:gdLst/>
              <a:ahLst/>
              <a:cxnLst/>
              <a:rect l="l" t="t" r="r" b="b"/>
              <a:pathLst>
                <a:path w="676909" h="277494" extrusionOk="0">
                  <a:moveTo>
                    <a:pt x="149123" y="0"/>
                  </a:moveTo>
                  <a:lnTo>
                    <a:pt x="0" y="138645"/>
                  </a:lnTo>
                  <a:lnTo>
                    <a:pt x="149123" y="277291"/>
                  </a:lnTo>
                  <a:lnTo>
                    <a:pt x="149123" y="0"/>
                  </a:lnTo>
                  <a:close/>
                </a:path>
                <a:path w="676909" h="277494" extrusionOk="0">
                  <a:moveTo>
                    <a:pt x="676414" y="138645"/>
                  </a:moveTo>
                  <a:lnTo>
                    <a:pt x="527291" y="0"/>
                  </a:lnTo>
                  <a:lnTo>
                    <a:pt x="527291" y="277291"/>
                  </a:lnTo>
                  <a:lnTo>
                    <a:pt x="676414" y="1386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20" name="object 9"/>
            <p:cNvSpPr/>
            <p:nvPr/>
          </p:nvSpPr>
          <p:spPr bwMode="auto">
            <a:xfrm>
              <a:off x="17058453" y="1161109"/>
              <a:ext cx="1440180" cy="720090"/>
            </a:xfrm>
            <a:custGeom>
              <a:avLst/>
              <a:gdLst/>
              <a:ahLst/>
              <a:cxnLst/>
              <a:rect l="l" t="t" r="r" b="b"/>
              <a:pathLst>
                <a:path w="1440180" h="720089" extrusionOk="0">
                  <a:moveTo>
                    <a:pt x="719967" y="0"/>
                  </a:moveTo>
                  <a:lnTo>
                    <a:pt x="0" y="719967"/>
                  </a:lnTo>
                  <a:lnTo>
                    <a:pt x="1439935" y="719967"/>
                  </a:lnTo>
                  <a:lnTo>
                    <a:pt x="719967" y="0"/>
                  </a:lnTo>
                  <a:close/>
                </a:path>
              </a:pathLst>
            </a:custGeom>
            <a:solidFill>
              <a:srgbClr val="EA792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21" name="object 10"/>
            <p:cNvSpPr/>
            <p:nvPr/>
          </p:nvSpPr>
          <p:spPr bwMode="auto">
            <a:xfrm>
              <a:off x="15113486" y="1167416"/>
              <a:ext cx="1440180" cy="720090"/>
            </a:xfrm>
            <a:custGeom>
              <a:avLst/>
              <a:gdLst/>
              <a:ahLst/>
              <a:cxnLst/>
              <a:rect l="l" t="t" r="r" b="b"/>
              <a:pathLst>
                <a:path w="1440180" h="720089" extrusionOk="0">
                  <a:moveTo>
                    <a:pt x="1439935" y="0"/>
                  </a:moveTo>
                  <a:lnTo>
                    <a:pt x="0" y="0"/>
                  </a:lnTo>
                  <a:lnTo>
                    <a:pt x="719967" y="719967"/>
                  </a:lnTo>
                  <a:lnTo>
                    <a:pt x="1439935" y="0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</p:grpSp>
      <p:sp>
        <p:nvSpPr>
          <p:cNvPr id="1611724758" name="object 11"/>
          <p:cNvSpPr txBox="1"/>
          <p:nvPr/>
        </p:nvSpPr>
        <p:spPr bwMode="auto">
          <a:xfrm>
            <a:off x="2702384" y="2480099"/>
            <a:ext cx="354965" cy="20646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defRPr/>
            </a:pPr>
            <a:r>
              <a:rPr sz="1250" spc="-30">
                <a:latin typeface="Nunito Sans Normal"/>
                <a:cs typeface="Arial"/>
              </a:rPr>
              <a:t>OSC</a:t>
            </a:r>
            <a:endParaRPr sz="1250">
              <a:latin typeface="Nunito Sans Normal"/>
              <a:cs typeface="Arial"/>
            </a:endParaRPr>
          </a:p>
        </p:txBody>
      </p:sp>
      <p:sp>
        <p:nvSpPr>
          <p:cNvPr id="1876289203" name="object 12"/>
          <p:cNvSpPr txBox="1"/>
          <p:nvPr/>
        </p:nvSpPr>
        <p:spPr bwMode="auto">
          <a:xfrm>
            <a:off x="688609" y="777875"/>
            <a:ext cx="1671955" cy="39882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defRPr/>
            </a:pPr>
            <a:r>
              <a:rPr sz="1250">
                <a:latin typeface="Nunito Sans Normal"/>
                <a:cs typeface="Arial"/>
              </a:rPr>
              <a:t>Institution</a:t>
            </a:r>
            <a:r>
              <a:rPr lang="nl-NL" sz="1250">
                <a:latin typeface="Nunito Sans Normal"/>
                <a:cs typeface="Arial"/>
              </a:rPr>
              <a:t>al</a:t>
            </a:r>
            <a:r>
              <a:rPr sz="1250" spc="80">
                <a:latin typeface="Nunito Sans Normal"/>
                <a:cs typeface="Arial"/>
              </a:rPr>
              <a:t> </a:t>
            </a:r>
            <a:r>
              <a:rPr sz="1250" spc="-10">
                <a:latin typeface="Nunito Sans Normal"/>
                <a:cs typeface="Arial"/>
              </a:rPr>
              <a:t>OS</a:t>
            </a:r>
            <a:r>
              <a:rPr sz="1250" spc="85">
                <a:latin typeface="Nunito Sans Normal"/>
                <a:cs typeface="Arial"/>
              </a:rPr>
              <a:t> </a:t>
            </a:r>
            <a:r>
              <a:rPr sz="1250" spc="-10">
                <a:latin typeface="Nunito Sans Normal"/>
                <a:cs typeface="Arial"/>
              </a:rPr>
              <a:t>Program</a:t>
            </a:r>
            <a:r>
              <a:rPr lang="nl-NL" sz="1250" spc="-10">
                <a:latin typeface="Nunito Sans Normal"/>
                <a:cs typeface="Arial"/>
              </a:rPr>
              <a:t>me</a:t>
            </a:r>
            <a:endParaRPr sz="1250">
              <a:latin typeface="Nunito Sans Normal"/>
              <a:cs typeface="Arial"/>
            </a:endParaRPr>
          </a:p>
        </p:txBody>
      </p:sp>
      <p:grpSp>
        <p:nvGrpSpPr>
          <p:cNvPr id="565854570" name="object 22"/>
          <p:cNvGrpSpPr/>
          <p:nvPr/>
        </p:nvGrpSpPr>
        <p:grpSpPr bwMode="auto">
          <a:xfrm>
            <a:off x="1077185" y="9802495"/>
            <a:ext cx="3250565" cy="1033780"/>
            <a:chOff x="1077185" y="9534709"/>
            <a:chExt cx="3250565" cy="1033780"/>
          </a:xfrm>
        </p:grpSpPr>
        <p:sp>
          <p:nvSpPr>
            <p:cNvPr id="7" name="object 23"/>
            <p:cNvSpPr/>
            <p:nvPr/>
          </p:nvSpPr>
          <p:spPr bwMode="auto">
            <a:xfrm>
              <a:off x="3197254" y="9683903"/>
              <a:ext cx="1121410" cy="673735"/>
            </a:xfrm>
            <a:custGeom>
              <a:avLst/>
              <a:gdLst/>
              <a:ahLst/>
              <a:cxnLst/>
              <a:rect l="l" t="t" r="r" b="b"/>
              <a:pathLst>
                <a:path w="1121410" h="673734" extrusionOk="0">
                  <a:moveTo>
                    <a:pt x="60165" y="0"/>
                  </a:moveTo>
                  <a:lnTo>
                    <a:pt x="0" y="0"/>
                  </a:lnTo>
                  <a:lnTo>
                    <a:pt x="0" y="673236"/>
                  </a:lnTo>
                  <a:lnTo>
                    <a:pt x="73537" y="673236"/>
                  </a:lnTo>
                  <a:lnTo>
                    <a:pt x="73537" y="131786"/>
                  </a:lnTo>
                  <a:lnTo>
                    <a:pt x="158948" y="131786"/>
                  </a:lnTo>
                  <a:lnTo>
                    <a:pt x="60165" y="0"/>
                  </a:lnTo>
                  <a:close/>
                </a:path>
                <a:path w="1121410" h="673734" extrusionOk="0">
                  <a:moveTo>
                    <a:pt x="158948" y="131786"/>
                  </a:moveTo>
                  <a:lnTo>
                    <a:pt x="73537" y="131786"/>
                  </a:lnTo>
                  <a:lnTo>
                    <a:pt x="479388" y="673236"/>
                  </a:lnTo>
                  <a:lnTo>
                    <a:pt x="539543" y="673236"/>
                  </a:lnTo>
                  <a:lnTo>
                    <a:pt x="539543" y="541449"/>
                  </a:lnTo>
                  <a:lnTo>
                    <a:pt x="466017" y="541449"/>
                  </a:lnTo>
                  <a:lnTo>
                    <a:pt x="158948" y="131786"/>
                  </a:lnTo>
                  <a:close/>
                </a:path>
                <a:path w="1121410" h="673734" extrusionOk="0">
                  <a:moveTo>
                    <a:pt x="539543" y="0"/>
                  </a:moveTo>
                  <a:lnTo>
                    <a:pt x="466017" y="0"/>
                  </a:lnTo>
                  <a:lnTo>
                    <a:pt x="466017" y="541449"/>
                  </a:lnTo>
                  <a:lnTo>
                    <a:pt x="539543" y="541449"/>
                  </a:lnTo>
                  <a:lnTo>
                    <a:pt x="539543" y="0"/>
                  </a:lnTo>
                  <a:close/>
                </a:path>
                <a:path w="1121410" h="673734" extrusionOk="0">
                  <a:moveTo>
                    <a:pt x="784007" y="0"/>
                  </a:moveTo>
                  <a:lnTo>
                    <a:pt x="705706" y="0"/>
                  </a:lnTo>
                  <a:lnTo>
                    <a:pt x="705706" y="673236"/>
                  </a:lnTo>
                  <a:lnTo>
                    <a:pt x="1121107" y="673236"/>
                  </a:lnTo>
                  <a:lnTo>
                    <a:pt x="1121107" y="606389"/>
                  </a:lnTo>
                  <a:lnTo>
                    <a:pt x="784007" y="606389"/>
                  </a:lnTo>
                  <a:lnTo>
                    <a:pt x="784007" y="0"/>
                  </a:lnTo>
                  <a:close/>
                </a:path>
              </a:pathLst>
            </a:custGeom>
            <a:solidFill>
              <a:srgbClr val="EA792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8" name="object 24"/>
            <p:cNvPicPr/>
            <p:nvPr/>
          </p:nvPicPr>
          <p:blipFill rotWithShape="1">
            <a:blip r:embed="rId4"/>
            <a:stretch/>
          </p:blipFill>
          <p:spPr bwMode="auto">
            <a:xfrm>
              <a:off x="1077185" y="9534709"/>
              <a:ext cx="3250398" cy="1033513"/>
            </a:xfrm>
            <a:prstGeom prst="rect">
              <a:avLst/>
            </a:prstGeom>
          </p:spPr>
        </p:pic>
      </p:grpSp>
      <p:sp>
        <p:nvSpPr>
          <p:cNvPr id="1630923293" name="object 25"/>
          <p:cNvSpPr txBox="1">
            <a:spLocks noGrp="1"/>
          </p:cNvSpPr>
          <p:nvPr>
            <p:ph type="ftr" sz="quarter" idx="5"/>
          </p:nvPr>
        </p:nvSpPr>
        <p:spPr bwMode="auto">
          <a:xfrm>
            <a:off x="4946650" y="10078108"/>
            <a:ext cx="14410988" cy="75790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  <a:defRPr/>
            </a:pPr>
            <a:r>
              <a:rPr sz="4800">
                <a:latin typeface="Nunito Sans Normal"/>
              </a:rPr>
              <a:t>SHAPING</a:t>
            </a:r>
            <a:r>
              <a:rPr sz="4800" spc="-65">
                <a:latin typeface="Nunito Sans Normal"/>
              </a:rPr>
              <a:t> </a:t>
            </a:r>
            <a:r>
              <a:rPr sz="4800">
                <a:latin typeface="Nunito Sans Normal"/>
              </a:rPr>
              <a:t>CULTURAL</a:t>
            </a:r>
            <a:r>
              <a:rPr sz="4800" spc="-65">
                <a:latin typeface="Nunito Sans Normal"/>
              </a:rPr>
              <a:t> </a:t>
            </a:r>
            <a:r>
              <a:rPr sz="4800">
                <a:latin typeface="Nunito Sans Normal"/>
              </a:rPr>
              <a:t>CHANGE</a:t>
            </a:r>
            <a:r>
              <a:rPr sz="4800" spc="-60">
                <a:latin typeface="Nunito Sans Normal"/>
              </a:rPr>
              <a:t> </a:t>
            </a:r>
            <a:r>
              <a:rPr sz="4800" spc="-25">
                <a:latin typeface="Nunito Sans Normal"/>
              </a:rPr>
              <a:t>TOGETHER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E870E1-41D6-FFC2-3B1C-B10B5FF1BD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4650" y="2220349"/>
            <a:ext cx="7620000" cy="5283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6237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6237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6237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6237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6237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6237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6237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1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30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4623742" grpId="0" build="p"/>
      <p:bldP spid="107630140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395217" name="object 2"/>
          <p:cNvSpPr txBox="1">
            <a:spLocks noGrp="1"/>
          </p:cNvSpPr>
          <p:nvPr>
            <p:ph type="title"/>
          </p:nvPr>
        </p:nvSpPr>
        <p:spPr bwMode="auto">
          <a:xfrm>
            <a:off x="4981912" y="891052"/>
            <a:ext cx="2479338" cy="79893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defRPr/>
            </a:pPr>
            <a:r>
              <a:rPr sz="5100" b="1" spc="110">
                <a:latin typeface="Nunito Sans Normal"/>
              </a:rPr>
              <a:t>How?</a:t>
            </a:r>
            <a:endParaRPr sz="5100" b="1">
              <a:latin typeface="Nunito Sans Normal"/>
            </a:endParaRPr>
          </a:p>
        </p:txBody>
      </p:sp>
      <p:sp>
        <p:nvSpPr>
          <p:cNvPr id="1147733977" name="object 3"/>
          <p:cNvSpPr txBox="1">
            <a:spLocks noGrp="1"/>
          </p:cNvSpPr>
          <p:nvPr>
            <p:ph type="body" idx="1"/>
          </p:nvPr>
        </p:nvSpPr>
        <p:spPr bwMode="auto">
          <a:xfrm>
            <a:off x="4981910" y="2567969"/>
            <a:ext cx="10632740" cy="596188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defRPr/>
            </a:pPr>
            <a:r>
              <a:rPr b="1" dirty="0">
                <a:latin typeface="Nunito Sans Normal"/>
              </a:rPr>
              <a:t>Reach</a:t>
            </a:r>
            <a:r>
              <a:rPr b="1" spc="-125" dirty="0">
                <a:latin typeface="Nunito Sans Normal"/>
              </a:rPr>
              <a:t> </a:t>
            </a:r>
            <a:r>
              <a:rPr b="1" spc="204" dirty="0">
                <a:latin typeface="Nunito Sans Normal"/>
              </a:rPr>
              <a:t>&amp;</a:t>
            </a:r>
            <a:r>
              <a:rPr b="1" spc="-125" dirty="0">
                <a:latin typeface="Nunito Sans Normal"/>
              </a:rPr>
              <a:t> </a:t>
            </a:r>
            <a:r>
              <a:rPr b="1" spc="45" dirty="0">
                <a:latin typeface="Nunito Sans Normal"/>
              </a:rPr>
              <a:t>engage</a:t>
            </a:r>
            <a:endParaRPr dirty="0"/>
          </a:p>
          <a:p>
            <a:pPr marL="12700" marR="792480">
              <a:lnSpc>
                <a:spcPts val="4160"/>
              </a:lnSpc>
              <a:spcBef>
                <a:spcPts val="140"/>
              </a:spcBef>
              <a:defRPr/>
            </a:pPr>
            <a:r>
              <a:rPr dirty="0">
                <a:latin typeface="Nunito Sans Normal"/>
              </a:rPr>
              <a:t>Local</a:t>
            </a:r>
            <a:r>
              <a:rPr spc="-70" dirty="0">
                <a:latin typeface="Nunito Sans Normal"/>
              </a:rPr>
              <a:t> </a:t>
            </a:r>
            <a:r>
              <a:rPr dirty="0">
                <a:latin typeface="Nunito Sans Normal"/>
              </a:rPr>
              <a:t>events</a:t>
            </a:r>
            <a:r>
              <a:rPr spc="-70" dirty="0">
                <a:latin typeface="Nunito Sans Normal"/>
              </a:rPr>
              <a:t> </a:t>
            </a:r>
            <a:r>
              <a:rPr spc="50" dirty="0">
                <a:latin typeface="Nunito Sans Normal"/>
              </a:rPr>
              <a:t>like</a:t>
            </a:r>
            <a:r>
              <a:rPr spc="-70" dirty="0">
                <a:latin typeface="Nunito Sans Normal"/>
              </a:rPr>
              <a:t> </a:t>
            </a:r>
            <a:r>
              <a:rPr spc="-25" dirty="0" err="1">
                <a:latin typeface="Nunito Sans Normal"/>
              </a:rPr>
              <a:t>OSCoffees</a:t>
            </a:r>
            <a:r>
              <a:rPr spc="-25" dirty="0">
                <a:latin typeface="Nunito Sans Normal"/>
              </a:rPr>
              <a:t>,</a:t>
            </a:r>
            <a:r>
              <a:rPr spc="-70" dirty="0">
                <a:latin typeface="Nunito Sans Normal"/>
              </a:rPr>
              <a:t> </a:t>
            </a:r>
            <a:r>
              <a:rPr spc="-60" dirty="0">
                <a:latin typeface="Nunito Sans Normal"/>
              </a:rPr>
              <a:t>OSC</a:t>
            </a:r>
            <a:r>
              <a:rPr lang="nl-NL" spc="-60" dirty="0">
                <a:latin typeface="Nunito Sans Normal"/>
              </a:rPr>
              <a:t> </a:t>
            </a:r>
            <a:r>
              <a:rPr spc="-60" dirty="0">
                <a:latin typeface="Nunito Sans Normal"/>
              </a:rPr>
              <a:t>Lunches, </a:t>
            </a:r>
            <a:endParaRPr lang="nl-NL" spc="-60" dirty="0">
              <a:latin typeface="Nunito Sans Normal"/>
            </a:endParaRPr>
          </a:p>
          <a:p>
            <a:pPr marL="12700" marR="792480">
              <a:lnSpc>
                <a:spcPts val="4160"/>
              </a:lnSpc>
              <a:spcBef>
                <a:spcPts val="140"/>
              </a:spcBef>
              <a:defRPr/>
            </a:pPr>
            <a:r>
              <a:rPr dirty="0">
                <a:latin typeface="Nunito Sans Normal"/>
              </a:rPr>
              <a:t>Open</a:t>
            </a:r>
            <a:r>
              <a:rPr spc="-135" dirty="0">
                <a:latin typeface="Nunito Sans Normal"/>
              </a:rPr>
              <a:t> </a:t>
            </a:r>
            <a:r>
              <a:rPr spc="-55" dirty="0">
                <a:latin typeface="Nunito Sans Normal"/>
              </a:rPr>
              <a:t>Science</a:t>
            </a:r>
            <a:r>
              <a:rPr spc="-120" dirty="0">
                <a:latin typeface="Nunito Sans Normal"/>
              </a:rPr>
              <a:t> </a:t>
            </a:r>
            <a:r>
              <a:rPr spc="100" dirty="0">
                <a:latin typeface="Nunito Sans Normal"/>
              </a:rPr>
              <a:t>Awards</a:t>
            </a:r>
            <a:endParaRPr dirty="0"/>
          </a:p>
          <a:p>
            <a:pPr>
              <a:lnSpc>
                <a:spcPct val="100000"/>
              </a:lnSpc>
              <a:spcBef>
                <a:spcPts val="40"/>
              </a:spcBef>
              <a:defRPr/>
            </a:pPr>
            <a:endParaRPr spc="100" dirty="0">
              <a:latin typeface="Nunito Sans Normal"/>
            </a:endParaRPr>
          </a:p>
          <a:p>
            <a:pPr marL="12700" marR="5080">
              <a:lnSpc>
                <a:spcPct val="100400"/>
              </a:lnSpc>
              <a:defRPr/>
            </a:pPr>
            <a:r>
              <a:rPr b="1" spc="70" dirty="0">
                <a:latin typeface="Nunito Sans Normal"/>
              </a:rPr>
              <a:t>Inspire</a:t>
            </a:r>
            <a:r>
              <a:rPr b="1" spc="-15" dirty="0">
                <a:latin typeface="Nunito Sans Normal"/>
              </a:rPr>
              <a:t> </a:t>
            </a:r>
            <a:r>
              <a:rPr b="1" spc="204" dirty="0">
                <a:latin typeface="Nunito Sans Normal"/>
              </a:rPr>
              <a:t>&amp;</a:t>
            </a:r>
            <a:r>
              <a:rPr b="1" spc="-15" dirty="0">
                <a:latin typeface="Nunito Sans Normal"/>
              </a:rPr>
              <a:t> </a:t>
            </a:r>
            <a:r>
              <a:rPr b="1" spc="85" dirty="0">
                <a:latin typeface="Nunito Sans Normal"/>
              </a:rPr>
              <a:t>enable</a:t>
            </a:r>
            <a:r>
              <a:rPr b="1" spc="-15" dirty="0">
                <a:latin typeface="Nunito Sans Normal"/>
              </a:rPr>
              <a:t> </a:t>
            </a:r>
            <a:r>
              <a:rPr b="1" spc="130" dirty="0">
                <a:latin typeface="Nunito Sans Normal"/>
              </a:rPr>
              <a:t>adoption</a:t>
            </a:r>
            <a:r>
              <a:rPr b="1" spc="-15" dirty="0">
                <a:latin typeface="Nunito Sans Normal"/>
              </a:rPr>
              <a:t> </a:t>
            </a:r>
            <a:r>
              <a:rPr b="1" spc="185" dirty="0">
                <a:latin typeface="Nunito Sans Normal"/>
              </a:rPr>
              <a:t>of</a:t>
            </a:r>
            <a:r>
              <a:rPr b="1" spc="-15" dirty="0">
                <a:latin typeface="Nunito Sans Normal"/>
              </a:rPr>
              <a:t> </a:t>
            </a:r>
            <a:r>
              <a:rPr b="1" spc="165" dirty="0">
                <a:latin typeface="Nunito Sans Normal"/>
              </a:rPr>
              <a:t>new</a:t>
            </a:r>
            <a:r>
              <a:rPr b="1" spc="-15" dirty="0">
                <a:latin typeface="Nunito Sans Normal"/>
              </a:rPr>
              <a:t> </a:t>
            </a:r>
            <a:r>
              <a:rPr b="1" spc="50" dirty="0">
                <a:latin typeface="Nunito Sans Normal"/>
              </a:rPr>
              <a:t>practices </a:t>
            </a:r>
            <a:endParaRPr lang="nl-NL" b="1" spc="50" dirty="0">
              <a:latin typeface="Nunito Sans Normal"/>
            </a:endParaRPr>
          </a:p>
          <a:p>
            <a:pPr marL="12700" marR="5080">
              <a:lnSpc>
                <a:spcPct val="100400"/>
              </a:lnSpc>
              <a:defRPr/>
            </a:pPr>
            <a:r>
              <a:rPr dirty="0">
                <a:latin typeface="Nunito Sans Normal"/>
              </a:rPr>
              <a:t>Online</a:t>
            </a:r>
            <a:r>
              <a:rPr spc="-10" dirty="0">
                <a:latin typeface="Nunito Sans Normal"/>
              </a:rPr>
              <a:t> </a:t>
            </a:r>
            <a:r>
              <a:rPr dirty="0">
                <a:latin typeface="Nunito Sans Normal"/>
              </a:rPr>
              <a:t>member</a:t>
            </a:r>
            <a:r>
              <a:rPr spc="-10" dirty="0">
                <a:latin typeface="Nunito Sans Normal"/>
              </a:rPr>
              <a:t> </a:t>
            </a:r>
            <a:r>
              <a:rPr spc="55" dirty="0">
                <a:latin typeface="Nunito Sans Normal"/>
              </a:rPr>
              <a:t>profiles</a:t>
            </a:r>
            <a:r>
              <a:rPr spc="-10" dirty="0">
                <a:latin typeface="Nunito Sans Normal"/>
              </a:rPr>
              <a:t> </a:t>
            </a:r>
            <a:r>
              <a:rPr spc="70" dirty="0">
                <a:latin typeface="Nunito Sans Normal"/>
              </a:rPr>
              <a:t>tagged</a:t>
            </a:r>
            <a:r>
              <a:rPr spc="-10" dirty="0">
                <a:latin typeface="Nunito Sans Normal"/>
              </a:rPr>
              <a:t> </a:t>
            </a:r>
            <a:r>
              <a:rPr spc="180" dirty="0">
                <a:latin typeface="Nunito Sans Normal"/>
              </a:rPr>
              <a:t>with</a:t>
            </a:r>
            <a:r>
              <a:rPr spc="-10" dirty="0">
                <a:latin typeface="Nunito Sans Normal"/>
              </a:rPr>
              <a:t> </a:t>
            </a:r>
            <a:r>
              <a:rPr spc="-85" dirty="0">
                <a:latin typeface="Nunito Sans Normal"/>
              </a:rPr>
              <a:t>OS</a:t>
            </a:r>
            <a:r>
              <a:rPr spc="-5" dirty="0">
                <a:latin typeface="Nunito Sans Normal"/>
              </a:rPr>
              <a:t> </a:t>
            </a:r>
            <a:r>
              <a:rPr spc="-10" dirty="0">
                <a:latin typeface="Nunito Sans Normal"/>
              </a:rPr>
              <a:t>topics</a:t>
            </a:r>
            <a:r>
              <a:rPr lang="nl-NL" spc="-10" dirty="0">
                <a:latin typeface="Nunito Sans Normal"/>
              </a:rPr>
              <a:t>,</a:t>
            </a:r>
            <a:endParaRPr dirty="0"/>
          </a:p>
          <a:p>
            <a:pPr marL="12700" marR="5080">
              <a:lnSpc>
                <a:spcPct val="100400"/>
              </a:lnSpc>
              <a:defRPr/>
            </a:pPr>
            <a:r>
              <a:rPr lang="nl-NL" spc="-10" dirty="0">
                <a:latin typeface="Nunito Sans Normal"/>
              </a:rPr>
              <a:t>Online </a:t>
            </a:r>
            <a:r>
              <a:rPr lang="nl-NL" spc="-10" dirty="0" err="1">
                <a:latin typeface="Nunito Sans Normal"/>
              </a:rPr>
              <a:t>toolkits</a:t>
            </a:r>
            <a:r>
              <a:rPr lang="nl-NL" spc="-10" dirty="0">
                <a:latin typeface="Nunito Sans Normal"/>
              </a:rPr>
              <a:t> </a:t>
            </a:r>
            <a:r>
              <a:rPr lang="nl-NL" spc="-10" dirty="0" err="1">
                <a:latin typeface="Nunito Sans Normal"/>
              </a:rPr>
              <a:t>for</a:t>
            </a:r>
            <a:r>
              <a:rPr lang="nl-NL" spc="-10" dirty="0">
                <a:latin typeface="Nunito Sans Normal"/>
              </a:rPr>
              <a:t> </a:t>
            </a:r>
            <a:r>
              <a:rPr lang="nl-NL" spc="-10" dirty="0" err="1">
                <a:latin typeface="Nunito Sans Normal"/>
              </a:rPr>
              <a:t>specific</a:t>
            </a:r>
            <a:r>
              <a:rPr lang="nl-NL" spc="-10" dirty="0">
                <a:latin typeface="Nunito Sans Normal"/>
              </a:rPr>
              <a:t> </a:t>
            </a:r>
            <a:r>
              <a:rPr lang="nl-NL" spc="-10" dirty="0" err="1">
                <a:latin typeface="Nunito Sans Normal"/>
              </a:rPr>
              <a:t>practices</a:t>
            </a:r>
            <a:endParaRPr spc="-10" dirty="0">
              <a:latin typeface="Nunito Sans Normal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defRPr/>
            </a:pPr>
            <a:endParaRPr b="1" spc="-10" dirty="0">
              <a:latin typeface="Nunito Sans Norm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defRPr/>
            </a:pPr>
            <a:r>
              <a:rPr b="1" spc="100" dirty="0">
                <a:latin typeface="Nunito Sans Normal"/>
              </a:rPr>
              <a:t>Empower</a:t>
            </a:r>
            <a:r>
              <a:rPr b="1" spc="-15" dirty="0">
                <a:latin typeface="Nunito Sans Normal"/>
              </a:rPr>
              <a:t> </a:t>
            </a:r>
            <a:r>
              <a:rPr b="1" spc="204" dirty="0">
                <a:latin typeface="Nunito Sans Normal"/>
              </a:rPr>
              <a:t>&amp;</a:t>
            </a:r>
            <a:r>
              <a:rPr b="1" spc="-10" dirty="0">
                <a:latin typeface="Nunito Sans Normal"/>
              </a:rPr>
              <a:t> </a:t>
            </a:r>
            <a:r>
              <a:rPr b="1" spc="135" dirty="0">
                <a:latin typeface="Nunito Sans Normal"/>
              </a:rPr>
              <a:t>support</a:t>
            </a:r>
            <a:endParaRPr dirty="0"/>
          </a:p>
          <a:p>
            <a:pPr marL="12700" marR="815975">
              <a:lnSpc>
                <a:spcPts val="4160"/>
              </a:lnSpc>
              <a:spcBef>
                <a:spcPts val="85"/>
              </a:spcBef>
              <a:defRPr/>
            </a:pPr>
            <a:r>
              <a:rPr spc="60" dirty="0">
                <a:latin typeface="Nunito Sans Normal"/>
              </a:rPr>
              <a:t>Input</a:t>
            </a:r>
            <a:r>
              <a:rPr spc="-45" dirty="0">
                <a:latin typeface="Nunito Sans Normal"/>
              </a:rPr>
              <a:t> </a:t>
            </a:r>
            <a:r>
              <a:rPr dirty="0">
                <a:latin typeface="Nunito Sans Normal"/>
              </a:rPr>
              <a:t>on</a:t>
            </a:r>
            <a:r>
              <a:rPr spc="-40" dirty="0">
                <a:latin typeface="Nunito Sans Normal"/>
              </a:rPr>
              <a:t> </a:t>
            </a:r>
            <a:r>
              <a:rPr spc="60" dirty="0">
                <a:latin typeface="Nunito Sans Normal"/>
              </a:rPr>
              <a:t>national</a:t>
            </a:r>
            <a:r>
              <a:rPr spc="-40" dirty="0">
                <a:latin typeface="Nunito Sans Normal"/>
              </a:rPr>
              <a:t> </a:t>
            </a:r>
            <a:r>
              <a:rPr dirty="0">
                <a:latin typeface="Nunito Sans Normal"/>
              </a:rPr>
              <a:t>or</a:t>
            </a:r>
            <a:r>
              <a:rPr spc="-40" dirty="0">
                <a:latin typeface="Nunito Sans Normal"/>
              </a:rPr>
              <a:t> </a:t>
            </a:r>
            <a:r>
              <a:rPr spc="55" dirty="0">
                <a:latin typeface="Nunito Sans Normal"/>
              </a:rPr>
              <a:t>local</a:t>
            </a:r>
            <a:r>
              <a:rPr spc="-40" dirty="0">
                <a:latin typeface="Nunito Sans Normal"/>
              </a:rPr>
              <a:t> </a:t>
            </a:r>
            <a:r>
              <a:rPr spc="45" dirty="0">
                <a:latin typeface="Nunito Sans Normal"/>
              </a:rPr>
              <a:t>policy</a:t>
            </a:r>
            <a:endParaRPr lang="nl-NL" spc="45" dirty="0">
              <a:latin typeface="Nunito Sans Normal"/>
            </a:endParaRPr>
          </a:p>
          <a:p>
            <a:pPr marL="12700" marR="815975">
              <a:lnSpc>
                <a:spcPts val="4160"/>
              </a:lnSpc>
              <a:spcBef>
                <a:spcPts val="85"/>
              </a:spcBef>
              <a:defRPr/>
            </a:pPr>
            <a:r>
              <a:rPr dirty="0">
                <a:latin typeface="Nunito Sans Normal"/>
              </a:rPr>
              <a:t>(Inter)national</a:t>
            </a:r>
            <a:r>
              <a:rPr spc="120" dirty="0">
                <a:latin typeface="Nunito Sans Normal"/>
              </a:rPr>
              <a:t> </a:t>
            </a:r>
            <a:r>
              <a:rPr dirty="0">
                <a:latin typeface="Nunito Sans Normal"/>
              </a:rPr>
              <a:t>events</a:t>
            </a:r>
            <a:r>
              <a:rPr lang="nl-NL" spc="120" dirty="0">
                <a:latin typeface="Nunito Sans Normal"/>
              </a:rPr>
              <a:t>: </a:t>
            </a:r>
            <a:r>
              <a:rPr spc="-20" dirty="0">
                <a:latin typeface="Nunito Sans Normal"/>
              </a:rPr>
              <a:t>OS</a:t>
            </a:r>
            <a:r>
              <a:rPr lang="nl-NL" spc="-20" dirty="0">
                <a:latin typeface="Nunito Sans Normal"/>
              </a:rPr>
              <a:t> </a:t>
            </a:r>
            <a:r>
              <a:rPr spc="-20" dirty="0">
                <a:latin typeface="Nunito Sans Normal"/>
              </a:rPr>
              <a:t>Retreat, </a:t>
            </a:r>
            <a:r>
              <a:rPr spc="-105" dirty="0">
                <a:latin typeface="Nunito Sans Normal"/>
              </a:rPr>
              <a:t>OS</a:t>
            </a:r>
            <a:r>
              <a:rPr spc="-130" dirty="0">
                <a:latin typeface="Nunito Sans Normal"/>
              </a:rPr>
              <a:t> </a:t>
            </a:r>
            <a:r>
              <a:rPr spc="-10" dirty="0" err="1">
                <a:latin typeface="Nunito Sans Normal"/>
              </a:rPr>
              <a:t>Barcamp</a:t>
            </a:r>
            <a:endParaRPr dirty="0"/>
          </a:p>
        </p:txBody>
      </p:sp>
      <p:pic>
        <p:nvPicPr>
          <p:cNvPr id="923401529" name="object 4"/>
          <p:cNvPicPr/>
          <p:nvPr/>
        </p:nvPicPr>
        <p:blipFill rotWithShape="1">
          <a:blip r:embed="rId3"/>
          <a:stretch/>
        </p:blipFill>
        <p:spPr bwMode="auto">
          <a:xfrm>
            <a:off x="15005050" y="4435475"/>
            <a:ext cx="4267200" cy="4638286"/>
          </a:xfrm>
          <a:prstGeom prst="rect">
            <a:avLst/>
          </a:prstGeom>
        </p:spPr>
      </p:pic>
      <p:pic>
        <p:nvPicPr>
          <p:cNvPr id="1194363314" name="object 5"/>
          <p:cNvPicPr/>
          <p:nvPr/>
        </p:nvPicPr>
        <p:blipFill rotWithShape="1">
          <a:blip r:embed="rId4"/>
          <a:srcRect r="66812"/>
          <a:stretch/>
        </p:blipFill>
        <p:spPr bwMode="auto">
          <a:xfrm>
            <a:off x="1199553" y="701675"/>
            <a:ext cx="2479337" cy="7223861"/>
          </a:xfrm>
          <a:prstGeom prst="rect">
            <a:avLst/>
          </a:prstGeom>
        </p:spPr>
      </p:pic>
      <p:grpSp>
        <p:nvGrpSpPr>
          <p:cNvPr id="65169459" name="object 22"/>
          <p:cNvGrpSpPr/>
          <p:nvPr/>
        </p:nvGrpSpPr>
        <p:grpSpPr bwMode="auto">
          <a:xfrm>
            <a:off x="1077185" y="9802495"/>
            <a:ext cx="3250565" cy="1033780"/>
            <a:chOff x="1077185" y="9534709"/>
            <a:chExt cx="3250565" cy="1033780"/>
          </a:xfrm>
        </p:grpSpPr>
        <p:sp>
          <p:nvSpPr>
            <p:cNvPr id="11" name="object 23"/>
            <p:cNvSpPr/>
            <p:nvPr/>
          </p:nvSpPr>
          <p:spPr bwMode="auto">
            <a:xfrm>
              <a:off x="3197254" y="9683903"/>
              <a:ext cx="1121410" cy="673735"/>
            </a:xfrm>
            <a:custGeom>
              <a:avLst/>
              <a:gdLst/>
              <a:ahLst/>
              <a:cxnLst/>
              <a:rect l="l" t="t" r="r" b="b"/>
              <a:pathLst>
                <a:path w="1121410" h="673734" extrusionOk="0">
                  <a:moveTo>
                    <a:pt x="60165" y="0"/>
                  </a:moveTo>
                  <a:lnTo>
                    <a:pt x="0" y="0"/>
                  </a:lnTo>
                  <a:lnTo>
                    <a:pt x="0" y="673236"/>
                  </a:lnTo>
                  <a:lnTo>
                    <a:pt x="73537" y="673236"/>
                  </a:lnTo>
                  <a:lnTo>
                    <a:pt x="73537" y="131786"/>
                  </a:lnTo>
                  <a:lnTo>
                    <a:pt x="158948" y="131786"/>
                  </a:lnTo>
                  <a:lnTo>
                    <a:pt x="60165" y="0"/>
                  </a:lnTo>
                  <a:close/>
                </a:path>
                <a:path w="1121410" h="673734" extrusionOk="0">
                  <a:moveTo>
                    <a:pt x="158948" y="131786"/>
                  </a:moveTo>
                  <a:lnTo>
                    <a:pt x="73537" y="131786"/>
                  </a:lnTo>
                  <a:lnTo>
                    <a:pt x="479388" y="673236"/>
                  </a:lnTo>
                  <a:lnTo>
                    <a:pt x="539543" y="673236"/>
                  </a:lnTo>
                  <a:lnTo>
                    <a:pt x="539543" y="541449"/>
                  </a:lnTo>
                  <a:lnTo>
                    <a:pt x="466017" y="541449"/>
                  </a:lnTo>
                  <a:lnTo>
                    <a:pt x="158948" y="131786"/>
                  </a:lnTo>
                  <a:close/>
                </a:path>
                <a:path w="1121410" h="673734" extrusionOk="0">
                  <a:moveTo>
                    <a:pt x="539543" y="0"/>
                  </a:moveTo>
                  <a:lnTo>
                    <a:pt x="466017" y="0"/>
                  </a:lnTo>
                  <a:lnTo>
                    <a:pt x="466017" y="541449"/>
                  </a:lnTo>
                  <a:lnTo>
                    <a:pt x="539543" y="541449"/>
                  </a:lnTo>
                  <a:lnTo>
                    <a:pt x="539543" y="0"/>
                  </a:lnTo>
                  <a:close/>
                </a:path>
                <a:path w="1121410" h="673734" extrusionOk="0">
                  <a:moveTo>
                    <a:pt x="784007" y="0"/>
                  </a:moveTo>
                  <a:lnTo>
                    <a:pt x="705706" y="0"/>
                  </a:lnTo>
                  <a:lnTo>
                    <a:pt x="705706" y="673236"/>
                  </a:lnTo>
                  <a:lnTo>
                    <a:pt x="1121107" y="673236"/>
                  </a:lnTo>
                  <a:lnTo>
                    <a:pt x="1121107" y="606389"/>
                  </a:lnTo>
                  <a:lnTo>
                    <a:pt x="784007" y="606389"/>
                  </a:lnTo>
                  <a:lnTo>
                    <a:pt x="784007" y="0"/>
                  </a:lnTo>
                  <a:close/>
                </a:path>
              </a:pathLst>
            </a:custGeom>
            <a:solidFill>
              <a:srgbClr val="EA792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12" name="object 24"/>
            <p:cNvPicPr/>
            <p:nvPr/>
          </p:nvPicPr>
          <p:blipFill rotWithShape="1">
            <a:blip r:embed="rId5"/>
            <a:stretch/>
          </p:blipFill>
          <p:spPr bwMode="auto">
            <a:xfrm>
              <a:off x="1077185" y="9534709"/>
              <a:ext cx="3250398" cy="1033513"/>
            </a:xfrm>
            <a:prstGeom prst="rect">
              <a:avLst/>
            </a:prstGeom>
          </p:spPr>
        </p:pic>
      </p:grpSp>
      <p:sp>
        <p:nvSpPr>
          <p:cNvPr id="1237408166" name="object 25"/>
          <p:cNvSpPr txBox="1">
            <a:spLocks noGrp="1"/>
          </p:cNvSpPr>
          <p:nvPr>
            <p:ph type="ftr" sz="quarter" idx="5"/>
          </p:nvPr>
        </p:nvSpPr>
        <p:spPr bwMode="auto">
          <a:xfrm>
            <a:off x="4946650" y="10078108"/>
            <a:ext cx="14410988" cy="75790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  <a:defRPr/>
            </a:pPr>
            <a:r>
              <a:rPr sz="4800">
                <a:latin typeface="Nunito Sans Normal"/>
              </a:rPr>
              <a:t>SHAPING</a:t>
            </a:r>
            <a:r>
              <a:rPr sz="4800" spc="-65">
                <a:latin typeface="Nunito Sans Normal"/>
              </a:rPr>
              <a:t> </a:t>
            </a:r>
            <a:r>
              <a:rPr sz="4800">
                <a:latin typeface="Nunito Sans Normal"/>
              </a:rPr>
              <a:t>CULTURAL</a:t>
            </a:r>
            <a:r>
              <a:rPr sz="4800" spc="-65">
                <a:latin typeface="Nunito Sans Normal"/>
              </a:rPr>
              <a:t> </a:t>
            </a:r>
            <a:r>
              <a:rPr sz="4800">
                <a:latin typeface="Nunito Sans Normal"/>
              </a:rPr>
              <a:t>CHANGE</a:t>
            </a:r>
            <a:r>
              <a:rPr sz="4800" spc="-60">
                <a:latin typeface="Nunito Sans Normal"/>
              </a:rPr>
              <a:t> </a:t>
            </a:r>
            <a:r>
              <a:rPr sz="4800" spc="-25">
                <a:latin typeface="Nunito Sans Normal"/>
              </a:rPr>
              <a:t>TOGETHER</a:t>
            </a:r>
            <a:endParaRPr/>
          </a:p>
        </p:txBody>
      </p:sp>
      <p:pic>
        <p:nvPicPr>
          <p:cNvPr id="1165313150" name="Picture 14" descr="A person standing in front of a group of people&#10;&#10;Description automatically generated"/>
          <p:cNvPicPr>
            <a:picLocks noChangeAspect="1"/>
          </p:cNvPicPr>
          <p:nvPr/>
        </p:nvPicPr>
        <p:blipFill rotWithShape="1">
          <a:blip r:embed="rId6"/>
          <a:srcRect r="33154"/>
          <a:stretch/>
        </p:blipFill>
        <p:spPr bwMode="auto">
          <a:xfrm>
            <a:off x="15436553" y="625475"/>
            <a:ext cx="3835697" cy="3418741"/>
          </a:xfrm>
          <a:prstGeom prst="rect">
            <a:avLst/>
          </a:prstGeom>
        </p:spPr>
      </p:pic>
      <p:pic>
        <p:nvPicPr>
          <p:cNvPr id="822493746" name="Picture 16" descr="A group of people posing for a photo&#10;&#10;Description automatically generated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11006017" y="625475"/>
            <a:ext cx="3922833" cy="22112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0923093" name="object 2"/>
          <p:cNvSpPr txBox="1">
            <a:spLocks noGrp="1"/>
          </p:cNvSpPr>
          <p:nvPr>
            <p:ph type="ctrTitle"/>
          </p:nvPr>
        </p:nvSpPr>
        <p:spPr bwMode="auto">
          <a:xfrm>
            <a:off x="4981912" y="891052"/>
            <a:ext cx="5070138" cy="79893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defRPr/>
            </a:pPr>
            <a:r>
              <a:rPr sz="5100" b="1">
                <a:latin typeface="Nunito Sans Normal"/>
              </a:rPr>
              <a:t>Get involved!</a:t>
            </a:r>
            <a:endParaRPr/>
          </a:p>
        </p:txBody>
      </p:sp>
      <p:sp>
        <p:nvSpPr>
          <p:cNvPr id="173490419" name="object 3"/>
          <p:cNvSpPr txBox="1"/>
          <p:nvPr/>
        </p:nvSpPr>
        <p:spPr bwMode="auto">
          <a:xfrm>
            <a:off x="4981912" y="1920681"/>
            <a:ext cx="11441430" cy="107593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defRPr/>
            </a:pPr>
            <a:r>
              <a:rPr sz="3450" dirty="0">
                <a:latin typeface="Nunito Sans Normal"/>
                <a:cs typeface="Arial"/>
              </a:rPr>
              <a:t>Become</a:t>
            </a:r>
            <a:r>
              <a:rPr sz="3450" spc="-80" dirty="0">
                <a:latin typeface="Nunito Sans Normal"/>
                <a:cs typeface="Arial"/>
              </a:rPr>
              <a:t> </a:t>
            </a:r>
            <a:r>
              <a:rPr sz="3450" dirty="0">
                <a:latin typeface="Nunito Sans Normal"/>
                <a:cs typeface="Arial"/>
              </a:rPr>
              <a:t>a</a:t>
            </a:r>
            <a:r>
              <a:rPr sz="3450" spc="-75" dirty="0">
                <a:latin typeface="Nunito Sans Normal"/>
                <a:cs typeface="Arial"/>
              </a:rPr>
              <a:t> </a:t>
            </a:r>
            <a:r>
              <a:rPr sz="3450" dirty="0">
                <a:latin typeface="Nunito Sans Normal"/>
                <a:cs typeface="Arial"/>
              </a:rPr>
              <a:t>member</a:t>
            </a:r>
            <a:r>
              <a:rPr sz="3450" spc="-80" dirty="0">
                <a:latin typeface="Nunito Sans Normal"/>
                <a:cs typeface="Arial"/>
              </a:rPr>
              <a:t> </a:t>
            </a:r>
            <a:r>
              <a:rPr sz="3450" spc="100" dirty="0">
                <a:latin typeface="Nunito Sans Normal"/>
                <a:cs typeface="Arial"/>
              </a:rPr>
              <a:t>of</a:t>
            </a:r>
            <a:r>
              <a:rPr sz="3450" spc="-75" dirty="0">
                <a:latin typeface="Nunito Sans Normal"/>
                <a:cs typeface="Arial"/>
              </a:rPr>
              <a:t> </a:t>
            </a:r>
            <a:r>
              <a:rPr sz="3450" dirty="0">
                <a:latin typeface="Nunito Sans Normal"/>
                <a:cs typeface="Arial"/>
              </a:rPr>
              <a:t>your</a:t>
            </a:r>
            <a:r>
              <a:rPr sz="3450" spc="-80" dirty="0">
                <a:latin typeface="Nunito Sans Normal"/>
                <a:cs typeface="Arial"/>
              </a:rPr>
              <a:t> </a:t>
            </a:r>
            <a:r>
              <a:rPr sz="3450" spc="55" dirty="0">
                <a:latin typeface="Nunito Sans Normal"/>
                <a:cs typeface="Arial"/>
              </a:rPr>
              <a:t>local</a:t>
            </a:r>
            <a:r>
              <a:rPr sz="3450" spc="-75" dirty="0">
                <a:latin typeface="Nunito Sans Normal"/>
                <a:cs typeface="Arial"/>
              </a:rPr>
              <a:t> </a:t>
            </a:r>
            <a:r>
              <a:rPr sz="3450" dirty="0">
                <a:latin typeface="Nunito Sans Normal"/>
                <a:cs typeface="Arial"/>
              </a:rPr>
              <a:t>Open</a:t>
            </a:r>
            <a:r>
              <a:rPr sz="3450" spc="-80" dirty="0">
                <a:latin typeface="Nunito Sans Normal"/>
                <a:cs typeface="Arial"/>
              </a:rPr>
              <a:t> </a:t>
            </a:r>
            <a:r>
              <a:rPr sz="3450" spc="-55" dirty="0">
                <a:latin typeface="Nunito Sans Normal"/>
                <a:cs typeface="Arial"/>
              </a:rPr>
              <a:t>Science</a:t>
            </a:r>
            <a:r>
              <a:rPr sz="3450" spc="-75" dirty="0">
                <a:latin typeface="Nunito Sans Normal"/>
                <a:cs typeface="Arial"/>
              </a:rPr>
              <a:t> </a:t>
            </a:r>
            <a:r>
              <a:rPr sz="3450" spc="-10" dirty="0">
                <a:latin typeface="Nunito Sans Normal"/>
                <a:cs typeface="Arial"/>
              </a:rPr>
              <a:t>Community</a:t>
            </a:r>
            <a:r>
              <a:rPr lang="nl-NL" sz="3450" spc="-10" dirty="0">
                <a:latin typeface="Nunito Sans Normal"/>
                <a:cs typeface="Arial"/>
              </a:rPr>
              <a:t> </a:t>
            </a:r>
            <a:r>
              <a:rPr lang="nl-NL" sz="3450" u="sng" spc="-1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/>
              </a:rPr>
              <a:t>www.osc-nl.com</a:t>
            </a:r>
            <a:r>
              <a:rPr lang="nl-NL" sz="3450" spc="-1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sz="34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129498083" name="object 4"/>
          <p:cNvGrpSpPr/>
          <p:nvPr/>
        </p:nvGrpSpPr>
        <p:grpSpPr bwMode="auto">
          <a:xfrm>
            <a:off x="0" y="3515995"/>
            <a:ext cx="20104100" cy="5415280"/>
            <a:chOff x="0" y="3298328"/>
            <a:chExt cx="20104100" cy="5415280"/>
          </a:xfrm>
        </p:grpSpPr>
        <p:sp>
          <p:nvSpPr>
            <p:cNvPr id="5" name="object 5"/>
            <p:cNvSpPr/>
            <p:nvPr/>
          </p:nvSpPr>
          <p:spPr bwMode="auto">
            <a:xfrm>
              <a:off x="1240601" y="3298328"/>
              <a:ext cx="2376805" cy="1805305"/>
            </a:xfrm>
            <a:custGeom>
              <a:avLst/>
              <a:gdLst/>
              <a:ahLst/>
              <a:cxnLst/>
              <a:rect l="l" t="t" r="r" b="b"/>
              <a:pathLst>
                <a:path w="2376804" h="1805304" extrusionOk="0">
                  <a:moveTo>
                    <a:pt x="0" y="1804960"/>
                  </a:moveTo>
                  <a:lnTo>
                    <a:pt x="2376765" y="1804960"/>
                  </a:lnTo>
                  <a:lnTo>
                    <a:pt x="2376765" y="0"/>
                  </a:lnTo>
                  <a:lnTo>
                    <a:pt x="0" y="0"/>
                  </a:lnTo>
                  <a:lnTo>
                    <a:pt x="0" y="180496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6" name="object 6"/>
            <p:cNvPicPr/>
            <p:nvPr/>
          </p:nvPicPr>
          <p:blipFill rotWithShape="1">
            <a:blip r:embed="rId4"/>
            <a:stretch/>
          </p:blipFill>
          <p:spPr bwMode="auto">
            <a:xfrm>
              <a:off x="1488446" y="3478739"/>
              <a:ext cx="1859208" cy="49804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 rotWithShape="1">
            <a:blip r:embed="rId5"/>
            <a:stretch/>
          </p:blipFill>
          <p:spPr bwMode="auto">
            <a:xfrm>
              <a:off x="7444" y="3298328"/>
              <a:ext cx="1233156" cy="180496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 bwMode="auto">
            <a:xfrm>
              <a:off x="2954028" y="4218702"/>
              <a:ext cx="480059" cy="489584"/>
            </a:xfrm>
            <a:custGeom>
              <a:avLst/>
              <a:gdLst/>
              <a:ahLst/>
              <a:cxnLst/>
              <a:rect l="l" t="t" r="r" b="b"/>
              <a:pathLst>
                <a:path w="480060" h="489585" extrusionOk="0">
                  <a:moveTo>
                    <a:pt x="264578" y="0"/>
                  </a:moveTo>
                  <a:lnTo>
                    <a:pt x="215281" y="0"/>
                  </a:lnTo>
                  <a:lnTo>
                    <a:pt x="0" y="489576"/>
                  </a:lnTo>
                  <a:lnTo>
                    <a:pt x="58333" y="489576"/>
                  </a:lnTo>
                  <a:lnTo>
                    <a:pt x="112499" y="363884"/>
                  </a:lnTo>
                  <a:lnTo>
                    <a:pt x="424589" y="363884"/>
                  </a:lnTo>
                  <a:lnTo>
                    <a:pt x="403823" y="316660"/>
                  </a:lnTo>
                  <a:lnTo>
                    <a:pt x="132645" y="316660"/>
                  </a:lnTo>
                  <a:lnTo>
                    <a:pt x="240275" y="65977"/>
                  </a:lnTo>
                  <a:lnTo>
                    <a:pt x="293590" y="65977"/>
                  </a:lnTo>
                  <a:lnTo>
                    <a:pt x="264578" y="0"/>
                  </a:lnTo>
                  <a:close/>
                </a:path>
                <a:path w="480060" h="489585" extrusionOk="0">
                  <a:moveTo>
                    <a:pt x="424589" y="363884"/>
                  </a:moveTo>
                  <a:lnTo>
                    <a:pt x="368051" y="363884"/>
                  </a:lnTo>
                  <a:lnTo>
                    <a:pt x="422217" y="489576"/>
                  </a:lnTo>
                  <a:lnTo>
                    <a:pt x="479859" y="489576"/>
                  </a:lnTo>
                  <a:lnTo>
                    <a:pt x="424589" y="363884"/>
                  </a:lnTo>
                  <a:close/>
                </a:path>
                <a:path w="480060" h="489585" extrusionOk="0">
                  <a:moveTo>
                    <a:pt x="293590" y="65977"/>
                  </a:moveTo>
                  <a:lnTo>
                    <a:pt x="240275" y="65977"/>
                  </a:lnTo>
                  <a:lnTo>
                    <a:pt x="347916" y="316660"/>
                  </a:lnTo>
                  <a:lnTo>
                    <a:pt x="403823" y="316660"/>
                  </a:lnTo>
                  <a:lnTo>
                    <a:pt x="293590" y="65977"/>
                  </a:lnTo>
                  <a:close/>
                </a:path>
              </a:pathLst>
            </a:custGeom>
            <a:solidFill>
              <a:srgbClr val="86C64A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9" name="object 9"/>
            <p:cNvPicPr/>
            <p:nvPr/>
          </p:nvPicPr>
          <p:blipFill rotWithShape="1">
            <a:blip r:embed="rId6"/>
            <a:stretch/>
          </p:blipFill>
          <p:spPr bwMode="auto">
            <a:xfrm>
              <a:off x="1472042" y="4108354"/>
              <a:ext cx="1962858" cy="76042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 bwMode="auto">
            <a:xfrm>
              <a:off x="4850522" y="3298328"/>
              <a:ext cx="2376805" cy="1805305"/>
            </a:xfrm>
            <a:custGeom>
              <a:avLst/>
              <a:gdLst/>
              <a:ahLst/>
              <a:cxnLst/>
              <a:rect l="l" t="t" r="r" b="b"/>
              <a:pathLst>
                <a:path w="2376804" h="1805304" extrusionOk="0">
                  <a:moveTo>
                    <a:pt x="0" y="1804960"/>
                  </a:moveTo>
                  <a:lnTo>
                    <a:pt x="2376765" y="1804960"/>
                  </a:lnTo>
                  <a:lnTo>
                    <a:pt x="2376765" y="0"/>
                  </a:lnTo>
                  <a:lnTo>
                    <a:pt x="0" y="0"/>
                  </a:lnTo>
                  <a:lnTo>
                    <a:pt x="0" y="180496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11" name="object 11"/>
            <p:cNvPicPr/>
            <p:nvPr/>
          </p:nvPicPr>
          <p:blipFill rotWithShape="1">
            <a:blip r:embed="rId7"/>
            <a:stretch/>
          </p:blipFill>
          <p:spPr bwMode="auto">
            <a:xfrm>
              <a:off x="5098365" y="3478739"/>
              <a:ext cx="1859207" cy="49804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 rotWithShape="1">
            <a:blip r:embed="rId8"/>
            <a:stretch/>
          </p:blipFill>
          <p:spPr bwMode="auto">
            <a:xfrm>
              <a:off x="3617366" y="3298328"/>
              <a:ext cx="1233156" cy="180496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 bwMode="auto">
            <a:xfrm>
              <a:off x="6629041" y="4218701"/>
              <a:ext cx="410844" cy="489584"/>
            </a:xfrm>
            <a:custGeom>
              <a:avLst/>
              <a:gdLst/>
              <a:ahLst/>
              <a:cxnLst/>
              <a:rect l="l" t="t" r="r" b="b"/>
              <a:pathLst>
                <a:path w="410845" h="489585" extrusionOk="0">
                  <a:moveTo>
                    <a:pt x="164581" y="0"/>
                  </a:moveTo>
                  <a:lnTo>
                    <a:pt x="0" y="0"/>
                  </a:lnTo>
                  <a:lnTo>
                    <a:pt x="0" y="489576"/>
                  </a:lnTo>
                  <a:lnTo>
                    <a:pt x="164581" y="489576"/>
                  </a:lnTo>
                  <a:lnTo>
                    <a:pt x="219934" y="485585"/>
                  </a:lnTo>
                  <a:lnTo>
                    <a:pt x="268650" y="473608"/>
                  </a:lnTo>
                  <a:lnTo>
                    <a:pt x="310728" y="453645"/>
                  </a:lnTo>
                  <a:lnTo>
                    <a:pt x="326798" y="440970"/>
                  </a:lnTo>
                  <a:lnTo>
                    <a:pt x="56940" y="440970"/>
                  </a:lnTo>
                  <a:lnTo>
                    <a:pt x="56940" y="48616"/>
                  </a:lnTo>
                  <a:lnTo>
                    <a:pt x="327134" y="48616"/>
                  </a:lnTo>
                  <a:lnTo>
                    <a:pt x="310728" y="35745"/>
                  </a:lnTo>
                  <a:lnTo>
                    <a:pt x="268650" y="15886"/>
                  </a:lnTo>
                  <a:lnTo>
                    <a:pt x="219934" y="3971"/>
                  </a:lnTo>
                  <a:lnTo>
                    <a:pt x="164581" y="0"/>
                  </a:lnTo>
                  <a:close/>
                </a:path>
                <a:path w="410845" h="489585" extrusionOk="0">
                  <a:moveTo>
                    <a:pt x="327134" y="48616"/>
                  </a:moveTo>
                  <a:lnTo>
                    <a:pt x="161105" y="48616"/>
                  </a:lnTo>
                  <a:lnTo>
                    <a:pt x="211584" y="52612"/>
                  </a:lnTo>
                  <a:lnTo>
                    <a:pt x="254298" y="64602"/>
                  </a:lnTo>
                  <a:lnTo>
                    <a:pt x="289247" y="84584"/>
                  </a:lnTo>
                  <a:lnTo>
                    <a:pt x="316430" y="112559"/>
                  </a:lnTo>
                  <a:lnTo>
                    <a:pt x="335847" y="148527"/>
                  </a:lnTo>
                  <a:lnTo>
                    <a:pt x="347498" y="192488"/>
                  </a:lnTo>
                  <a:lnTo>
                    <a:pt x="351381" y="244442"/>
                  </a:lnTo>
                  <a:lnTo>
                    <a:pt x="347498" y="296584"/>
                  </a:lnTo>
                  <a:lnTo>
                    <a:pt x="335847" y="340702"/>
                  </a:lnTo>
                  <a:lnTo>
                    <a:pt x="316430" y="376799"/>
                  </a:lnTo>
                  <a:lnTo>
                    <a:pt x="289247" y="404874"/>
                  </a:lnTo>
                  <a:lnTo>
                    <a:pt x="254298" y="424928"/>
                  </a:lnTo>
                  <a:lnTo>
                    <a:pt x="211584" y="436960"/>
                  </a:lnTo>
                  <a:lnTo>
                    <a:pt x="161105" y="440970"/>
                  </a:lnTo>
                  <a:lnTo>
                    <a:pt x="326798" y="440970"/>
                  </a:lnTo>
                  <a:lnTo>
                    <a:pt x="374271" y="390405"/>
                  </a:lnTo>
                  <a:lnTo>
                    <a:pt x="394346" y="348434"/>
                  </a:lnTo>
                  <a:lnTo>
                    <a:pt x="406391" y="299780"/>
                  </a:lnTo>
                  <a:lnTo>
                    <a:pt x="410406" y="244442"/>
                  </a:lnTo>
                  <a:lnTo>
                    <a:pt x="406391" y="189131"/>
                  </a:lnTo>
                  <a:lnTo>
                    <a:pt x="394346" y="140542"/>
                  </a:lnTo>
                  <a:lnTo>
                    <a:pt x="374271" y="98680"/>
                  </a:lnTo>
                  <a:lnTo>
                    <a:pt x="346167" y="63547"/>
                  </a:lnTo>
                  <a:lnTo>
                    <a:pt x="327134" y="48616"/>
                  </a:lnTo>
                  <a:close/>
                </a:path>
              </a:pathLst>
            </a:custGeom>
            <a:solidFill>
              <a:srgbClr val="008891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14" name="object 14"/>
            <p:cNvSpPr/>
            <p:nvPr/>
          </p:nvSpPr>
          <p:spPr bwMode="auto">
            <a:xfrm>
              <a:off x="5702693" y="4213148"/>
              <a:ext cx="832485" cy="501015"/>
            </a:xfrm>
            <a:custGeom>
              <a:avLst/>
              <a:gdLst/>
              <a:ahLst/>
              <a:cxnLst/>
              <a:rect l="l" t="t" r="r" b="b"/>
              <a:pathLst>
                <a:path w="832484" h="501014" extrusionOk="0">
                  <a:moveTo>
                    <a:pt x="22219" y="395129"/>
                  </a:moveTo>
                  <a:lnTo>
                    <a:pt x="0" y="438887"/>
                  </a:lnTo>
                  <a:lnTo>
                    <a:pt x="37237" y="465925"/>
                  </a:lnTo>
                  <a:lnTo>
                    <a:pt x="80204" y="485237"/>
                  </a:lnTo>
                  <a:lnTo>
                    <a:pt x="128899" y="496824"/>
                  </a:lnTo>
                  <a:lnTo>
                    <a:pt x="183324" y="500686"/>
                  </a:lnTo>
                  <a:lnTo>
                    <a:pt x="209881" y="499623"/>
                  </a:lnTo>
                  <a:lnTo>
                    <a:pt x="257797" y="491118"/>
                  </a:lnTo>
                  <a:lnTo>
                    <a:pt x="298442" y="474275"/>
                  </a:lnTo>
                  <a:lnTo>
                    <a:pt x="327695" y="452080"/>
                  </a:lnTo>
                  <a:lnTo>
                    <a:pt x="184015" y="452080"/>
                  </a:lnTo>
                  <a:lnTo>
                    <a:pt x="159776" y="451255"/>
                  </a:lnTo>
                  <a:lnTo>
                    <a:pt x="115854" y="444659"/>
                  </a:lnTo>
                  <a:lnTo>
                    <a:pt x="77357" y="431204"/>
                  </a:lnTo>
                  <a:lnTo>
                    <a:pt x="40377" y="409325"/>
                  </a:lnTo>
                  <a:lnTo>
                    <a:pt x="22219" y="395129"/>
                  </a:lnTo>
                  <a:close/>
                </a:path>
                <a:path w="832484" h="501014" extrusionOk="0">
                  <a:moveTo>
                    <a:pt x="187491" y="0"/>
                  </a:moveTo>
                  <a:lnTo>
                    <a:pt x="137230" y="4427"/>
                  </a:lnTo>
                  <a:lnTo>
                    <a:pt x="93400" y="17706"/>
                  </a:lnTo>
                  <a:lnTo>
                    <a:pt x="57461" y="39065"/>
                  </a:lnTo>
                  <a:lnTo>
                    <a:pt x="30899" y="67704"/>
                  </a:lnTo>
                  <a:lnTo>
                    <a:pt x="14493" y="102343"/>
                  </a:lnTo>
                  <a:lnTo>
                    <a:pt x="9025" y="141671"/>
                  </a:lnTo>
                  <a:lnTo>
                    <a:pt x="10435" y="162501"/>
                  </a:lnTo>
                  <a:lnTo>
                    <a:pt x="31596" y="212502"/>
                  </a:lnTo>
                  <a:lnTo>
                    <a:pt x="73254" y="246090"/>
                  </a:lnTo>
                  <a:lnTo>
                    <a:pt x="110126" y="261368"/>
                  </a:lnTo>
                  <a:lnTo>
                    <a:pt x="156823" y="275260"/>
                  </a:lnTo>
                  <a:lnTo>
                    <a:pt x="204111" y="286762"/>
                  </a:lnTo>
                  <a:lnTo>
                    <a:pt x="222037" y="291496"/>
                  </a:lnTo>
                  <a:lnTo>
                    <a:pt x="263268" y="305598"/>
                  </a:lnTo>
                  <a:lnTo>
                    <a:pt x="298336" y="333199"/>
                  </a:lnTo>
                  <a:lnTo>
                    <a:pt x="306933" y="364575"/>
                  </a:lnTo>
                  <a:lnTo>
                    <a:pt x="304934" y="384237"/>
                  </a:lnTo>
                  <a:lnTo>
                    <a:pt x="274986" y="429159"/>
                  </a:lnTo>
                  <a:lnTo>
                    <a:pt x="236270" y="446348"/>
                  </a:lnTo>
                  <a:lnTo>
                    <a:pt x="184015" y="452080"/>
                  </a:lnTo>
                  <a:lnTo>
                    <a:pt x="327695" y="452080"/>
                  </a:lnTo>
                  <a:lnTo>
                    <a:pt x="351571" y="419133"/>
                  </a:lnTo>
                  <a:lnTo>
                    <a:pt x="363873" y="362491"/>
                  </a:lnTo>
                  <a:lnTo>
                    <a:pt x="362412" y="342531"/>
                  </a:lnTo>
                  <a:lnTo>
                    <a:pt x="362377" y="342051"/>
                  </a:lnTo>
                  <a:lnTo>
                    <a:pt x="339916" y="293750"/>
                  </a:lnTo>
                  <a:lnTo>
                    <a:pt x="297145" y="262438"/>
                  </a:lnTo>
                  <a:lnTo>
                    <a:pt x="260101" y="248631"/>
                  </a:lnTo>
                  <a:lnTo>
                    <a:pt x="210446" y="234570"/>
                  </a:lnTo>
                  <a:lnTo>
                    <a:pt x="153546" y="220142"/>
                  </a:lnTo>
                  <a:lnTo>
                    <a:pt x="130193" y="212502"/>
                  </a:lnTo>
                  <a:lnTo>
                    <a:pt x="94436" y="195135"/>
                  </a:lnTo>
                  <a:lnTo>
                    <a:pt x="67745" y="156863"/>
                  </a:lnTo>
                  <a:lnTo>
                    <a:pt x="65966" y="139587"/>
                  </a:lnTo>
                  <a:lnTo>
                    <a:pt x="67984" y="119253"/>
                  </a:lnTo>
                  <a:lnTo>
                    <a:pt x="98258" y="72573"/>
                  </a:lnTo>
                  <a:lnTo>
                    <a:pt x="136710" y="54603"/>
                  </a:lnTo>
                  <a:lnTo>
                    <a:pt x="187491" y="48616"/>
                  </a:lnTo>
                  <a:lnTo>
                    <a:pt x="341800" y="48616"/>
                  </a:lnTo>
                  <a:lnTo>
                    <a:pt x="340804" y="47748"/>
                  </a:lnTo>
                  <a:lnTo>
                    <a:pt x="303482" y="24833"/>
                  </a:lnTo>
                  <a:lnTo>
                    <a:pt x="259816" y="8989"/>
                  </a:lnTo>
                  <a:lnTo>
                    <a:pt x="213290" y="1107"/>
                  </a:lnTo>
                  <a:lnTo>
                    <a:pt x="215116" y="1107"/>
                  </a:lnTo>
                  <a:lnTo>
                    <a:pt x="187491" y="0"/>
                  </a:lnTo>
                  <a:close/>
                </a:path>
                <a:path w="832484" h="501014" extrusionOk="0">
                  <a:moveTo>
                    <a:pt x="341800" y="48616"/>
                  </a:moveTo>
                  <a:lnTo>
                    <a:pt x="187491" y="48616"/>
                  </a:lnTo>
                  <a:lnTo>
                    <a:pt x="207955" y="49462"/>
                  </a:lnTo>
                  <a:lnTo>
                    <a:pt x="227680" y="52001"/>
                  </a:lnTo>
                  <a:lnTo>
                    <a:pt x="264923" y="62155"/>
                  </a:lnTo>
                  <a:lnTo>
                    <a:pt x="300418" y="79776"/>
                  </a:lnTo>
                  <a:lnTo>
                    <a:pt x="335403" y="105556"/>
                  </a:lnTo>
                  <a:lnTo>
                    <a:pt x="356931" y="61809"/>
                  </a:lnTo>
                  <a:lnTo>
                    <a:pt x="341800" y="48616"/>
                  </a:lnTo>
                  <a:close/>
                </a:path>
                <a:path w="832484" h="501014" extrusionOk="0">
                  <a:moveTo>
                    <a:pt x="665246" y="0"/>
                  </a:moveTo>
                  <a:lnTo>
                    <a:pt x="600319" y="7553"/>
                  </a:lnTo>
                  <a:lnTo>
                    <a:pt x="544423" y="30208"/>
                  </a:lnTo>
                  <a:lnTo>
                    <a:pt x="499014" y="66927"/>
                  </a:lnTo>
                  <a:lnTo>
                    <a:pt x="465598" y="116666"/>
                  </a:lnTo>
                  <a:lnTo>
                    <a:pt x="445027" y="178122"/>
                  </a:lnTo>
                  <a:lnTo>
                    <a:pt x="438175" y="249992"/>
                  </a:lnTo>
                  <a:lnTo>
                    <a:pt x="439887" y="287255"/>
                  </a:lnTo>
                  <a:lnTo>
                    <a:pt x="453596" y="354097"/>
                  </a:lnTo>
                  <a:lnTo>
                    <a:pt x="480808" y="410326"/>
                  </a:lnTo>
                  <a:lnTo>
                    <a:pt x="520219" y="453726"/>
                  </a:lnTo>
                  <a:lnTo>
                    <a:pt x="571241" y="483692"/>
                  </a:lnTo>
                  <a:lnTo>
                    <a:pt x="631655" y="498797"/>
                  </a:lnTo>
                  <a:lnTo>
                    <a:pt x="665246" y="500686"/>
                  </a:lnTo>
                  <a:lnTo>
                    <a:pt x="690070" y="499710"/>
                  </a:lnTo>
                  <a:lnTo>
                    <a:pt x="736599" y="491900"/>
                  </a:lnTo>
                  <a:lnTo>
                    <a:pt x="778788" y="476318"/>
                  </a:lnTo>
                  <a:lnTo>
                    <a:pt x="815595" y="453233"/>
                  </a:lnTo>
                  <a:lnTo>
                    <a:pt x="817704" y="451378"/>
                  </a:lnTo>
                  <a:lnTo>
                    <a:pt x="665948" y="451378"/>
                  </a:lnTo>
                  <a:lnTo>
                    <a:pt x="627942" y="448103"/>
                  </a:lnTo>
                  <a:lnTo>
                    <a:pt x="565615" y="421892"/>
                  </a:lnTo>
                  <a:lnTo>
                    <a:pt x="521998" y="369980"/>
                  </a:lnTo>
                  <a:lnTo>
                    <a:pt x="499954" y="295501"/>
                  </a:lnTo>
                  <a:lnTo>
                    <a:pt x="497199" y="249992"/>
                  </a:lnTo>
                  <a:lnTo>
                    <a:pt x="499954" y="204793"/>
                  </a:lnTo>
                  <a:lnTo>
                    <a:pt x="508220" y="165018"/>
                  </a:lnTo>
                  <a:lnTo>
                    <a:pt x="541292" y="101735"/>
                  </a:lnTo>
                  <a:lnTo>
                    <a:pt x="594346" y="62500"/>
                  </a:lnTo>
                  <a:lnTo>
                    <a:pt x="594205" y="62500"/>
                  </a:lnTo>
                  <a:lnTo>
                    <a:pt x="627855" y="52609"/>
                  </a:lnTo>
                  <a:lnTo>
                    <a:pt x="627646" y="52609"/>
                  </a:lnTo>
                  <a:lnTo>
                    <a:pt x="665948" y="49307"/>
                  </a:lnTo>
                  <a:lnTo>
                    <a:pt x="817689" y="49307"/>
                  </a:lnTo>
                  <a:lnTo>
                    <a:pt x="815595" y="47466"/>
                  </a:lnTo>
                  <a:lnTo>
                    <a:pt x="778788" y="24370"/>
                  </a:lnTo>
                  <a:lnTo>
                    <a:pt x="736599" y="8790"/>
                  </a:lnTo>
                  <a:lnTo>
                    <a:pt x="690070" y="977"/>
                  </a:lnTo>
                  <a:lnTo>
                    <a:pt x="665246" y="0"/>
                  </a:lnTo>
                  <a:close/>
                </a:path>
                <a:path w="832484" h="501014" extrusionOk="0">
                  <a:moveTo>
                    <a:pt x="810383" y="395129"/>
                  </a:moveTo>
                  <a:lnTo>
                    <a:pt x="775312" y="420831"/>
                  </a:lnTo>
                  <a:lnTo>
                    <a:pt x="740667" y="438275"/>
                  </a:lnTo>
                  <a:lnTo>
                    <a:pt x="685995" y="450555"/>
                  </a:lnTo>
                  <a:lnTo>
                    <a:pt x="665948" y="451378"/>
                  </a:lnTo>
                  <a:lnTo>
                    <a:pt x="817704" y="451378"/>
                  </a:lnTo>
                  <a:lnTo>
                    <a:pt x="831911" y="438887"/>
                  </a:lnTo>
                  <a:lnTo>
                    <a:pt x="810383" y="395129"/>
                  </a:lnTo>
                  <a:close/>
                </a:path>
                <a:path w="832484" h="501014" extrusionOk="0">
                  <a:moveTo>
                    <a:pt x="817689" y="49307"/>
                  </a:moveTo>
                  <a:lnTo>
                    <a:pt x="665948" y="49307"/>
                  </a:lnTo>
                  <a:lnTo>
                    <a:pt x="685995" y="50133"/>
                  </a:lnTo>
                  <a:lnTo>
                    <a:pt x="705176" y="52609"/>
                  </a:lnTo>
                  <a:lnTo>
                    <a:pt x="758038" y="70139"/>
                  </a:lnTo>
                  <a:lnTo>
                    <a:pt x="792761" y="91668"/>
                  </a:lnTo>
                  <a:lnTo>
                    <a:pt x="810383" y="105556"/>
                  </a:lnTo>
                  <a:lnTo>
                    <a:pt x="831911" y="61809"/>
                  </a:lnTo>
                  <a:lnTo>
                    <a:pt x="817689" y="49307"/>
                  </a:lnTo>
                  <a:close/>
                </a:path>
              </a:pathLst>
            </a:custGeom>
            <a:solidFill>
              <a:srgbClr val="02225E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15" name="object 15"/>
            <p:cNvPicPr/>
            <p:nvPr/>
          </p:nvPicPr>
          <p:blipFill rotWithShape="1">
            <a:blip r:embed="rId9"/>
            <a:stretch/>
          </p:blipFill>
          <p:spPr bwMode="auto">
            <a:xfrm>
              <a:off x="5216126" y="4108363"/>
              <a:ext cx="121839" cy="12182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 rotWithShape="1">
            <a:blip r:embed="rId10"/>
            <a:stretch/>
          </p:blipFill>
          <p:spPr bwMode="auto">
            <a:xfrm>
              <a:off x="5087330" y="4609124"/>
              <a:ext cx="121839" cy="12183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 rotWithShape="1">
            <a:blip r:embed="rId11"/>
            <a:stretch/>
          </p:blipFill>
          <p:spPr bwMode="auto">
            <a:xfrm>
              <a:off x="5622011" y="4467110"/>
              <a:ext cx="121839" cy="12182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 bwMode="auto">
            <a:xfrm>
              <a:off x="5123017" y="4416963"/>
              <a:ext cx="306705" cy="299720"/>
            </a:xfrm>
            <a:custGeom>
              <a:avLst/>
              <a:gdLst/>
              <a:ahLst/>
              <a:cxnLst/>
              <a:rect l="l" t="t" r="r" b="b"/>
              <a:pathLst>
                <a:path w="306704" h="299720" extrusionOk="0">
                  <a:moveTo>
                    <a:pt x="3811" y="0"/>
                  </a:moveTo>
                  <a:lnTo>
                    <a:pt x="2146" y="10932"/>
                  </a:lnTo>
                  <a:lnTo>
                    <a:pt x="955" y="21967"/>
                  </a:lnTo>
                  <a:lnTo>
                    <a:pt x="239" y="33065"/>
                  </a:lnTo>
                  <a:lnTo>
                    <a:pt x="0" y="44187"/>
                  </a:lnTo>
                  <a:lnTo>
                    <a:pt x="4090" y="89837"/>
                  </a:lnTo>
                  <a:lnTo>
                    <a:pt x="15882" y="132839"/>
                  </a:lnTo>
                  <a:lnTo>
                    <a:pt x="34656" y="172474"/>
                  </a:lnTo>
                  <a:lnTo>
                    <a:pt x="59695" y="208024"/>
                  </a:lnTo>
                  <a:lnTo>
                    <a:pt x="90279" y="238770"/>
                  </a:lnTo>
                  <a:lnTo>
                    <a:pt x="125690" y="263993"/>
                  </a:lnTo>
                  <a:lnTo>
                    <a:pt x="165210" y="282975"/>
                  </a:lnTo>
                  <a:lnTo>
                    <a:pt x="208119" y="294997"/>
                  </a:lnTo>
                  <a:lnTo>
                    <a:pt x="253699" y="299341"/>
                  </a:lnTo>
                  <a:lnTo>
                    <a:pt x="269094" y="298967"/>
                  </a:lnTo>
                  <a:lnTo>
                    <a:pt x="281547" y="297989"/>
                  </a:lnTo>
                  <a:lnTo>
                    <a:pt x="293916" y="296412"/>
                  </a:lnTo>
                  <a:lnTo>
                    <a:pt x="306158" y="294242"/>
                  </a:lnTo>
                  <a:lnTo>
                    <a:pt x="296085" y="244652"/>
                  </a:lnTo>
                  <a:lnTo>
                    <a:pt x="285981" y="246434"/>
                  </a:lnTo>
                  <a:lnTo>
                    <a:pt x="275767" y="247711"/>
                  </a:lnTo>
                  <a:lnTo>
                    <a:pt x="265477" y="248479"/>
                  </a:lnTo>
                  <a:lnTo>
                    <a:pt x="255144" y="248735"/>
                  </a:lnTo>
                  <a:lnTo>
                    <a:pt x="208301" y="243324"/>
                  </a:lnTo>
                  <a:lnTo>
                    <a:pt x="165270" y="227914"/>
                  </a:lnTo>
                  <a:lnTo>
                    <a:pt x="127287" y="203743"/>
                  </a:lnTo>
                  <a:lnTo>
                    <a:pt x="95591" y="172047"/>
                  </a:lnTo>
                  <a:lnTo>
                    <a:pt x="71418" y="134065"/>
                  </a:lnTo>
                  <a:lnTo>
                    <a:pt x="56007" y="91032"/>
                  </a:lnTo>
                  <a:lnTo>
                    <a:pt x="50595" y="44187"/>
                  </a:lnTo>
                  <a:lnTo>
                    <a:pt x="50789" y="35251"/>
                  </a:lnTo>
                  <a:lnTo>
                    <a:pt x="51367" y="26339"/>
                  </a:lnTo>
                  <a:lnTo>
                    <a:pt x="52326" y="17482"/>
                  </a:lnTo>
                  <a:lnTo>
                    <a:pt x="53663" y="8711"/>
                  </a:lnTo>
                  <a:lnTo>
                    <a:pt x="3811" y="0"/>
                  </a:lnTo>
                  <a:close/>
                </a:path>
              </a:pathLst>
            </a:custGeom>
            <a:solidFill>
              <a:srgbClr val="008891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19" name="object 19"/>
            <p:cNvSpPr/>
            <p:nvPr/>
          </p:nvSpPr>
          <p:spPr bwMode="auto">
            <a:xfrm>
              <a:off x="5136027" y="4206003"/>
              <a:ext cx="393700" cy="190500"/>
            </a:xfrm>
            <a:custGeom>
              <a:avLst/>
              <a:gdLst/>
              <a:ahLst/>
              <a:cxnLst/>
              <a:rect l="l" t="t" r="r" b="b"/>
              <a:pathLst>
                <a:path w="393700" h="190500" extrusionOk="0">
                  <a:moveTo>
                    <a:pt x="242139" y="0"/>
                  </a:moveTo>
                  <a:lnTo>
                    <a:pt x="195889" y="4189"/>
                  </a:lnTo>
                  <a:lnTo>
                    <a:pt x="152074" y="16338"/>
                  </a:lnTo>
                  <a:lnTo>
                    <a:pt x="111564" y="35819"/>
                  </a:lnTo>
                  <a:lnTo>
                    <a:pt x="75231" y="62005"/>
                  </a:lnTo>
                  <a:lnTo>
                    <a:pt x="43946" y="94266"/>
                  </a:lnTo>
                  <a:lnTo>
                    <a:pt x="18578" y="131977"/>
                  </a:lnTo>
                  <a:lnTo>
                    <a:pt x="0" y="174507"/>
                  </a:lnTo>
                  <a:lnTo>
                    <a:pt x="48009" y="190486"/>
                  </a:lnTo>
                  <a:lnTo>
                    <a:pt x="70425" y="143812"/>
                  </a:lnTo>
                  <a:lnTo>
                    <a:pt x="102961" y="105106"/>
                  </a:lnTo>
                  <a:lnTo>
                    <a:pt x="143702" y="75748"/>
                  </a:lnTo>
                  <a:lnTo>
                    <a:pt x="190733" y="57121"/>
                  </a:lnTo>
                  <a:lnTo>
                    <a:pt x="242139" y="50605"/>
                  </a:lnTo>
                  <a:lnTo>
                    <a:pt x="274721" y="53166"/>
                  </a:lnTo>
                  <a:lnTo>
                    <a:pt x="306091" y="60756"/>
                  </a:lnTo>
                  <a:lnTo>
                    <a:pt x="335822" y="73236"/>
                  </a:lnTo>
                  <a:lnTo>
                    <a:pt x="363486" y="90468"/>
                  </a:lnTo>
                  <a:lnTo>
                    <a:pt x="393548" y="49757"/>
                  </a:lnTo>
                  <a:lnTo>
                    <a:pt x="359017" y="28249"/>
                  </a:lnTo>
                  <a:lnTo>
                    <a:pt x="321919" y="12671"/>
                  </a:lnTo>
                  <a:lnTo>
                    <a:pt x="282783" y="3196"/>
                  </a:lnTo>
                  <a:lnTo>
                    <a:pt x="242139" y="0"/>
                  </a:lnTo>
                  <a:close/>
                </a:path>
              </a:pathLst>
            </a:custGeom>
            <a:solidFill>
              <a:srgbClr val="02225E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20" name="object 20"/>
            <p:cNvSpPr/>
            <p:nvPr/>
          </p:nvSpPr>
          <p:spPr bwMode="auto">
            <a:xfrm>
              <a:off x="5447011" y="4281958"/>
              <a:ext cx="186690" cy="419734"/>
            </a:xfrm>
            <a:custGeom>
              <a:avLst/>
              <a:gdLst/>
              <a:ahLst/>
              <a:cxnLst/>
              <a:rect l="l" t="t" r="r" b="b"/>
              <a:pathLst>
                <a:path w="186689" h="419735" extrusionOk="0">
                  <a:moveTo>
                    <a:pt x="112792" y="0"/>
                  </a:moveTo>
                  <a:lnTo>
                    <a:pt x="76772" y="35538"/>
                  </a:lnTo>
                  <a:lnTo>
                    <a:pt x="102011" y="66625"/>
                  </a:lnTo>
                  <a:lnTo>
                    <a:pt x="120487" y="101517"/>
                  </a:lnTo>
                  <a:lnTo>
                    <a:pt x="131838" y="139335"/>
                  </a:lnTo>
                  <a:lnTo>
                    <a:pt x="135702" y="179198"/>
                  </a:lnTo>
                  <a:lnTo>
                    <a:pt x="129381" y="229567"/>
                  </a:lnTo>
                  <a:lnTo>
                    <a:pt x="111312" y="275921"/>
                  </a:lnTo>
                  <a:lnTo>
                    <a:pt x="82832" y="316358"/>
                  </a:lnTo>
                  <a:lnTo>
                    <a:pt x="45282" y="348976"/>
                  </a:lnTo>
                  <a:lnTo>
                    <a:pt x="0" y="371873"/>
                  </a:lnTo>
                  <a:lnTo>
                    <a:pt x="17025" y="419526"/>
                  </a:lnTo>
                  <a:lnTo>
                    <a:pt x="58284" y="400467"/>
                  </a:lnTo>
                  <a:lnTo>
                    <a:pt x="94866" y="374876"/>
                  </a:lnTo>
                  <a:lnTo>
                    <a:pt x="126161" y="343618"/>
                  </a:lnTo>
                  <a:lnTo>
                    <a:pt x="151562" y="307556"/>
                  </a:lnTo>
                  <a:lnTo>
                    <a:pt x="170459" y="267556"/>
                  </a:lnTo>
                  <a:lnTo>
                    <a:pt x="182244" y="224482"/>
                  </a:lnTo>
                  <a:lnTo>
                    <a:pt x="186308" y="179198"/>
                  </a:lnTo>
                  <a:lnTo>
                    <a:pt x="181487" y="129471"/>
                  </a:lnTo>
                  <a:lnTo>
                    <a:pt x="167326" y="82295"/>
                  </a:lnTo>
                  <a:lnTo>
                    <a:pt x="144276" y="38772"/>
                  </a:lnTo>
                  <a:lnTo>
                    <a:pt x="112792" y="0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21" name="object 21"/>
            <p:cNvPicPr/>
            <p:nvPr/>
          </p:nvPicPr>
          <p:blipFill rotWithShape="1">
            <a:blip r:embed="rId12"/>
            <a:stretch/>
          </p:blipFill>
          <p:spPr bwMode="auto">
            <a:xfrm>
              <a:off x="5092546" y="4759602"/>
              <a:ext cx="1926098" cy="11983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 bwMode="auto">
            <a:xfrm>
              <a:off x="8460444" y="3298328"/>
              <a:ext cx="2376805" cy="1805305"/>
            </a:xfrm>
            <a:custGeom>
              <a:avLst/>
              <a:gdLst/>
              <a:ahLst/>
              <a:cxnLst/>
              <a:rect l="l" t="t" r="r" b="b"/>
              <a:pathLst>
                <a:path w="2376804" h="1805304" extrusionOk="0">
                  <a:moveTo>
                    <a:pt x="0" y="1804960"/>
                  </a:moveTo>
                  <a:lnTo>
                    <a:pt x="2376765" y="1804960"/>
                  </a:lnTo>
                  <a:lnTo>
                    <a:pt x="2376765" y="0"/>
                  </a:lnTo>
                  <a:lnTo>
                    <a:pt x="0" y="0"/>
                  </a:lnTo>
                  <a:lnTo>
                    <a:pt x="0" y="180496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23" name="object 23"/>
            <p:cNvPicPr/>
            <p:nvPr/>
          </p:nvPicPr>
          <p:blipFill rotWithShape="1">
            <a:blip r:embed="rId13"/>
            <a:stretch/>
          </p:blipFill>
          <p:spPr bwMode="auto">
            <a:xfrm>
              <a:off x="8708284" y="3478739"/>
              <a:ext cx="1859207" cy="49804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 rotWithShape="1">
            <a:blip r:embed="rId14"/>
            <a:stretch/>
          </p:blipFill>
          <p:spPr bwMode="auto">
            <a:xfrm>
              <a:off x="7227287" y="3298328"/>
              <a:ext cx="1233156" cy="18049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 rotWithShape="1">
            <a:blip r:embed="rId15"/>
            <a:stretch/>
          </p:blipFill>
          <p:spPr bwMode="auto">
            <a:xfrm>
              <a:off x="8691879" y="4107773"/>
              <a:ext cx="1984742" cy="76555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 bwMode="auto">
            <a:xfrm>
              <a:off x="12070365" y="3298328"/>
              <a:ext cx="2376805" cy="1805305"/>
            </a:xfrm>
            <a:custGeom>
              <a:avLst/>
              <a:gdLst/>
              <a:ahLst/>
              <a:cxnLst/>
              <a:rect l="l" t="t" r="r" b="b"/>
              <a:pathLst>
                <a:path w="2376805" h="1805304" extrusionOk="0">
                  <a:moveTo>
                    <a:pt x="0" y="1804960"/>
                  </a:moveTo>
                  <a:lnTo>
                    <a:pt x="2376754" y="1804960"/>
                  </a:lnTo>
                  <a:lnTo>
                    <a:pt x="2376754" y="0"/>
                  </a:lnTo>
                  <a:lnTo>
                    <a:pt x="0" y="0"/>
                  </a:lnTo>
                  <a:lnTo>
                    <a:pt x="0" y="180496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27" name="object 27"/>
            <p:cNvPicPr/>
            <p:nvPr/>
          </p:nvPicPr>
          <p:blipFill rotWithShape="1">
            <a:blip r:embed="rId16"/>
            <a:stretch/>
          </p:blipFill>
          <p:spPr bwMode="auto">
            <a:xfrm>
              <a:off x="12318201" y="3478739"/>
              <a:ext cx="1859208" cy="49804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 rotWithShape="1">
            <a:blip r:embed="rId17"/>
            <a:stretch/>
          </p:blipFill>
          <p:spPr bwMode="auto">
            <a:xfrm>
              <a:off x="10837209" y="3298328"/>
              <a:ext cx="1233156" cy="18049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 bwMode="auto">
            <a:xfrm>
              <a:off x="13817821" y="4212556"/>
              <a:ext cx="405765" cy="501015"/>
            </a:xfrm>
            <a:custGeom>
              <a:avLst/>
              <a:gdLst/>
              <a:ahLst/>
              <a:cxnLst/>
              <a:rect l="l" t="t" r="r" b="b"/>
              <a:pathLst>
                <a:path w="405765" h="501014" extrusionOk="0">
                  <a:moveTo>
                    <a:pt x="230547" y="0"/>
                  </a:moveTo>
                  <a:lnTo>
                    <a:pt x="164409" y="7470"/>
                  </a:lnTo>
                  <a:lnTo>
                    <a:pt x="107640" y="29862"/>
                  </a:lnTo>
                  <a:lnTo>
                    <a:pt x="61631" y="66322"/>
                  </a:lnTo>
                  <a:lnTo>
                    <a:pt x="27779" y="115975"/>
                  </a:lnTo>
                  <a:lnTo>
                    <a:pt x="6943" y="177604"/>
                  </a:lnTo>
                  <a:lnTo>
                    <a:pt x="0" y="249992"/>
                  </a:lnTo>
                  <a:lnTo>
                    <a:pt x="1758" y="287843"/>
                  </a:lnTo>
                  <a:lnTo>
                    <a:pt x="15823" y="355204"/>
                  </a:lnTo>
                  <a:lnTo>
                    <a:pt x="43729" y="411195"/>
                  </a:lnTo>
                  <a:lnTo>
                    <a:pt x="84177" y="454249"/>
                  </a:lnTo>
                  <a:lnTo>
                    <a:pt x="136669" y="483891"/>
                  </a:lnTo>
                  <a:lnTo>
                    <a:pt x="199517" y="498820"/>
                  </a:lnTo>
                  <a:lnTo>
                    <a:pt x="234715" y="500686"/>
                  </a:lnTo>
                  <a:lnTo>
                    <a:pt x="258610" y="500101"/>
                  </a:lnTo>
                  <a:lnTo>
                    <a:pt x="306007" y="495416"/>
                  </a:lnTo>
                  <a:lnTo>
                    <a:pt x="351836" y="486257"/>
                  </a:lnTo>
                  <a:lnTo>
                    <a:pt x="389857" y="473927"/>
                  </a:lnTo>
                  <a:lnTo>
                    <a:pt x="405547" y="466655"/>
                  </a:lnTo>
                  <a:lnTo>
                    <a:pt x="405547" y="240275"/>
                  </a:lnTo>
                  <a:lnTo>
                    <a:pt x="231940" y="240275"/>
                  </a:lnTo>
                  <a:lnTo>
                    <a:pt x="231940" y="284713"/>
                  </a:lnTo>
                  <a:lnTo>
                    <a:pt x="353465" y="284713"/>
                  </a:lnTo>
                  <a:lnTo>
                    <a:pt x="353465" y="434018"/>
                  </a:lnTo>
                  <a:lnTo>
                    <a:pt x="325816" y="442222"/>
                  </a:lnTo>
                  <a:lnTo>
                    <a:pt x="297040" y="448083"/>
                  </a:lnTo>
                  <a:lnTo>
                    <a:pt x="267137" y="451599"/>
                  </a:lnTo>
                  <a:lnTo>
                    <a:pt x="236107" y="452771"/>
                  </a:lnTo>
                  <a:lnTo>
                    <a:pt x="195308" y="449538"/>
                  </a:lnTo>
                  <a:lnTo>
                    <a:pt x="129337" y="423669"/>
                  </a:lnTo>
                  <a:lnTo>
                    <a:pt x="84415" y="372199"/>
                  </a:lnTo>
                  <a:lnTo>
                    <a:pt x="61845" y="296679"/>
                  </a:lnTo>
                  <a:lnTo>
                    <a:pt x="59024" y="249992"/>
                  </a:lnTo>
                  <a:lnTo>
                    <a:pt x="61802" y="204208"/>
                  </a:lnTo>
                  <a:lnTo>
                    <a:pt x="70136" y="164064"/>
                  </a:lnTo>
                  <a:lnTo>
                    <a:pt x="103473" y="100698"/>
                  </a:lnTo>
                  <a:lnTo>
                    <a:pt x="157457" y="61636"/>
                  </a:lnTo>
                  <a:lnTo>
                    <a:pt x="230547" y="48616"/>
                  </a:lnTo>
                  <a:lnTo>
                    <a:pt x="251229" y="49440"/>
                  </a:lnTo>
                  <a:lnTo>
                    <a:pt x="289599" y="56037"/>
                  </a:lnTo>
                  <a:lnTo>
                    <a:pt x="341920" y="79344"/>
                  </a:lnTo>
                  <a:lnTo>
                    <a:pt x="377077" y="105556"/>
                  </a:lnTo>
                  <a:lnTo>
                    <a:pt x="398605" y="61809"/>
                  </a:lnTo>
                  <a:lnTo>
                    <a:pt x="364922" y="34985"/>
                  </a:lnTo>
                  <a:lnTo>
                    <a:pt x="324995" y="15622"/>
                  </a:lnTo>
                  <a:lnTo>
                    <a:pt x="279852" y="3908"/>
                  </a:lnTo>
                  <a:lnTo>
                    <a:pt x="255721" y="977"/>
                  </a:lnTo>
                  <a:lnTo>
                    <a:pt x="230547" y="0"/>
                  </a:lnTo>
                  <a:close/>
                </a:path>
              </a:pathLst>
            </a:custGeom>
            <a:solidFill>
              <a:srgbClr val="03C4C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30" name="object 30"/>
            <p:cNvPicPr/>
            <p:nvPr/>
          </p:nvPicPr>
          <p:blipFill rotWithShape="1">
            <a:blip r:embed="rId18"/>
            <a:stretch/>
          </p:blipFill>
          <p:spPr bwMode="auto">
            <a:xfrm>
              <a:off x="12301797" y="4107773"/>
              <a:ext cx="1925346" cy="76294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 bwMode="auto">
            <a:xfrm>
              <a:off x="14551116" y="6908250"/>
              <a:ext cx="2376805" cy="1805305"/>
            </a:xfrm>
            <a:custGeom>
              <a:avLst/>
              <a:gdLst/>
              <a:ahLst/>
              <a:cxnLst/>
              <a:rect l="l" t="t" r="r" b="b"/>
              <a:pathLst>
                <a:path w="2376805" h="1805304" extrusionOk="0">
                  <a:moveTo>
                    <a:pt x="0" y="1804960"/>
                  </a:moveTo>
                  <a:lnTo>
                    <a:pt x="2376765" y="1804960"/>
                  </a:lnTo>
                  <a:lnTo>
                    <a:pt x="2376765" y="0"/>
                  </a:lnTo>
                  <a:lnTo>
                    <a:pt x="0" y="0"/>
                  </a:lnTo>
                  <a:lnTo>
                    <a:pt x="0" y="180496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32" name="object 32"/>
            <p:cNvPicPr/>
            <p:nvPr/>
          </p:nvPicPr>
          <p:blipFill rotWithShape="1">
            <a:blip r:embed="rId19"/>
            <a:stretch/>
          </p:blipFill>
          <p:spPr bwMode="auto">
            <a:xfrm>
              <a:off x="14798954" y="7088657"/>
              <a:ext cx="1859207" cy="49804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 rotWithShape="1">
            <a:blip r:embed="rId20"/>
            <a:stretch/>
          </p:blipFill>
          <p:spPr bwMode="auto">
            <a:xfrm>
              <a:off x="13317949" y="6908239"/>
              <a:ext cx="1233166" cy="1804971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 bwMode="auto">
            <a:xfrm>
              <a:off x="16258871" y="7829250"/>
              <a:ext cx="398780" cy="488950"/>
            </a:xfrm>
            <a:custGeom>
              <a:avLst/>
              <a:gdLst/>
              <a:ahLst/>
              <a:cxnLst/>
              <a:rect l="l" t="t" r="r" b="b"/>
              <a:pathLst>
                <a:path w="398780" h="488950" extrusionOk="0">
                  <a:moveTo>
                    <a:pt x="398589" y="0"/>
                  </a:moveTo>
                  <a:lnTo>
                    <a:pt x="0" y="0"/>
                  </a:lnTo>
                  <a:lnTo>
                    <a:pt x="0" y="48260"/>
                  </a:lnTo>
                  <a:lnTo>
                    <a:pt x="170129" y="48260"/>
                  </a:lnTo>
                  <a:lnTo>
                    <a:pt x="170129" y="488950"/>
                  </a:lnTo>
                  <a:lnTo>
                    <a:pt x="227774" y="488950"/>
                  </a:lnTo>
                  <a:lnTo>
                    <a:pt x="227774" y="48260"/>
                  </a:lnTo>
                  <a:lnTo>
                    <a:pt x="398589" y="48260"/>
                  </a:lnTo>
                  <a:lnTo>
                    <a:pt x="398589" y="0"/>
                  </a:lnTo>
                  <a:close/>
                </a:path>
              </a:pathLst>
            </a:custGeom>
            <a:solidFill>
              <a:srgbClr val="EBBD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35" name="object 35"/>
            <p:cNvPicPr/>
            <p:nvPr/>
          </p:nvPicPr>
          <p:blipFill rotWithShape="1">
            <a:blip r:embed="rId21"/>
            <a:stretch/>
          </p:blipFill>
          <p:spPr bwMode="auto">
            <a:xfrm>
              <a:off x="14776181" y="7718270"/>
              <a:ext cx="1894022" cy="77199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 bwMode="auto">
            <a:xfrm>
              <a:off x="3721363" y="6908250"/>
              <a:ext cx="2376805" cy="1805305"/>
            </a:xfrm>
            <a:custGeom>
              <a:avLst/>
              <a:gdLst/>
              <a:ahLst/>
              <a:cxnLst/>
              <a:rect l="l" t="t" r="r" b="b"/>
              <a:pathLst>
                <a:path w="2376804" h="1805304" extrusionOk="0">
                  <a:moveTo>
                    <a:pt x="0" y="1804960"/>
                  </a:moveTo>
                  <a:lnTo>
                    <a:pt x="2376765" y="1804960"/>
                  </a:lnTo>
                  <a:lnTo>
                    <a:pt x="2376765" y="0"/>
                  </a:lnTo>
                  <a:lnTo>
                    <a:pt x="0" y="0"/>
                  </a:lnTo>
                  <a:lnTo>
                    <a:pt x="0" y="180496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37" name="object 37"/>
            <p:cNvPicPr/>
            <p:nvPr/>
          </p:nvPicPr>
          <p:blipFill rotWithShape="1">
            <a:blip r:embed="rId22"/>
            <a:stretch/>
          </p:blipFill>
          <p:spPr bwMode="auto">
            <a:xfrm>
              <a:off x="3969199" y="7088657"/>
              <a:ext cx="1859208" cy="498043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 rotWithShape="1">
            <a:blip r:embed="rId23"/>
            <a:stretch/>
          </p:blipFill>
          <p:spPr bwMode="auto">
            <a:xfrm>
              <a:off x="2488207" y="6908239"/>
              <a:ext cx="1233156" cy="1804971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 bwMode="auto">
            <a:xfrm>
              <a:off x="5478135" y="7827457"/>
              <a:ext cx="389255" cy="495300"/>
            </a:xfrm>
            <a:custGeom>
              <a:avLst/>
              <a:gdLst/>
              <a:ahLst/>
              <a:cxnLst/>
              <a:rect l="l" t="t" r="r" b="b"/>
              <a:pathLst>
                <a:path w="389254" h="495300" extrusionOk="0">
                  <a:moveTo>
                    <a:pt x="388888" y="0"/>
                  </a:moveTo>
                  <a:lnTo>
                    <a:pt x="331937" y="0"/>
                  </a:lnTo>
                  <a:lnTo>
                    <a:pt x="331937" y="302765"/>
                  </a:lnTo>
                  <a:lnTo>
                    <a:pt x="329767" y="336322"/>
                  </a:lnTo>
                  <a:lnTo>
                    <a:pt x="312408" y="390143"/>
                  </a:lnTo>
                  <a:lnTo>
                    <a:pt x="277771" y="426204"/>
                  </a:lnTo>
                  <a:lnTo>
                    <a:pt x="226387" y="444262"/>
                  </a:lnTo>
                  <a:lnTo>
                    <a:pt x="194444" y="446520"/>
                  </a:lnTo>
                  <a:lnTo>
                    <a:pt x="162473" y="444262"/>
                  </a:lnTo>
                  <a:lnTo>
                    <a:pt x="110912" y="426204"/>
                  </a:lnTo>
                  <a:lnTo>
                    <a:pt x="75973" y="390143"/>
                  </a:lnTo>
                  <a:lnTo>
                    <a:pt x="58440" y="336322"/>
                  </a:lnTo>
                  <a:lnTo>
                    <a:pt x="56249" y="302765"/>
                  </a:lnTo>
                  <a:lnTo>
                    <a:pt x="56249" y="0"/>
                  </a:lnTo>
                  <a:lnTo>
                    <a:pt x="0" y="0"/>
                  </a:lnTo>
                  <a:lnTo>
                    <a:pt x="0" y="297907"/>
                  </a:lnTo>
                  <a:lnTo>
                    <a:pt x="3080" y="343571"/>
                  </a:lnTo>
                  <a:lnTo>
                    <a:pt x="12324" y="383328"/>
                  </a:lnTo>
                  <a:lnTo>
                    <a:pt x="49307" y="445127"/>
                  </a:lnTo>
                  <a:lnTo>
                    <a:pt x="110245" y="482625"/>
                  </a:lnTo>
                  <a:lnTo>
                    <a:pt x="149438" y="492000"/>
                  </a:lnTo>
                  <a:lnTo>
                    <a:pt x="194444" y="495126"/>
                  </a:lnTo>
                  <a:lnTo>
                    <a:pt x="239168" y="491980"/>
                  </a:lnTo>
                  <a:lnTo>
                    <a:pt x="278207" y="482542"/>
                  </a:lnTo>
                  <a:lnTo>
                    <a:pt x="339235" y="444782"/>
                  </a:lnTo>
                  <a:lnTo>
                    <a:pt x="376470" y="382892"/>
                  </a:lnTo>
                  <a:lnTo>
                    <a:pt x="385783" y="343286"/>
                  </a:lnTo>
                  <a:lnTo>
                    <a:pt x="388888" y="297907"/>
                  </a:lnTo>
                  <a:lnTo>
                    <a:pt x="388888" y="0"/>
                  </a:lnTo>
                  <a:close/>
                </a:path>
              </a:pathLst>
            </a:custGeom>
            <a:solidFill>
              <a:srgbClr val="FFC60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40" name="object 40"/>
            <p:cNvPicPr/>
            <p:nvPr/>
          </p:nvPicPr>
          <p:blipFill rotWithShape="1">
            <a:blip r:embed="rId24"/>
            <a:stretch/>
          </p:blipFill>
          <p:spPr bwMode="auto">
            <a:xfrm>
              <a:off x="3939902" y="7717103"/>
              <a:ext cx="1922481" cy="77316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 bwMode="auto">
            <a:xfrm>
              <a:off x="10941195" y="6908250"/>
              <a:ext cx="2376805" cy="1805305"/>
            </a:xfrm>
            <a:custGeom>
              <a:avLst/>
              <a:gdLst/>
              <a:ahLst/>
              <a:cxnLst/>
              <a:rect l="l" t="t" r="r" b="b"/>
              <a:pathLst>
                <a:path w="2376805" h="1805304" extrusionOk="0">
                  <a:moveTo>
                    <a:pt x="0" y="1804960"/>
                  </a:moveTo>
                  <a:lnTo>
                    <a:pt x="2376765" y="1804960"/>
                  </a:lnTo>
                  <a:lnTo>
                    <a:pt x="2376765" y="0"/>
                  </a:lnTo>
                  <a:lnTo>
                    <a:pt x="0" y="0"/>
                  </a:lnTo>
                  <a:lnTo>
                    <a:pt x="0" y="180496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42" name="object 42"/>
            <p:cNvPicPr/>
            <p:nvPr/>
          </p:nvPicPr>
          <p:blipFill rotWithShape="1">
            <a:blip r:embed="rId25"/>
            <a:stretch/>
          </p:blipFill>
          <p:spPr bwMode="auto">
            <a:xfrm>
              <a:off x="11189037" y="7088657"/>
              <a:ext cx="1859208" cy="498043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 rotWithShape="1">
            <a:blip r:embed="rId26"/>
            <a:stretch/>
          </p:blipFill>
          <p:spPr bwMode="auto">
            <a:xfrm>
              <a:off x="9708039" y="6908239"/>
              <a:ext cx="1233156" cy="1804971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 bwMode="auto">
            <a:xfrm>
              <a:off x="12492288" y="7893775"/>
              <a:ext cx="646430" cy="440690"/>
            </a:xfrm>
            <a:custGeom>
              <a:avLst/>
              <a:gdLst/>
              <a:ahLst/>
              <a:cxnLst/>
              <a:rect l="l" t="t" r="r" b="b"/>
              <a:pathLst>
                <a:path w="646430" h="440690" extrusionOk="0">
                  <a:moveTo>
                    <a:pt x="646231" y="0"/>
                  </a:moveTo>
                  <a:lnTo>
                    <a:pt x="596233" y="0"/>
                  </a:lnTo>
                  <a:lnTo>
                    <a:pt x="469985" y="368742"/>
                  </a:lnTo>
                  <a:lnTo>
                    <a:pt x="343738" y="628"/>
                  </a:lnTo>
                  <a:lnTo>
                    <a:pt x="304985" y="0"/>
                  </a:lnTo>
                  <a:lnTo>
                    <a:pt x="176863" y="368114"/>
                  </a:lnTo>
                  <a:lnTo>
                    <a:pt x="51872" y="0"/>
                  </a:lnTo>
                  <a:lnTo>
                    <a:pt x="0" y="0"/>
                  </a:lnTo>
                  <a:lnTo>
                    <a:pt x="154372" y="440614"/>
                  </a:lnTo>
                  <a:lnTo>
                    <a:pt x="197491" y="440614"/>
                  </a:lnTo>
                  <a:lnTo>
                    <a:pt x="323110" y="79997"/>
                  </a:lnTo>
                  <a:lnTo>
                    <a:pt x="448740" y="440614"/>
                  </a:lnTo>
                  <a:lnTo>
                    <a:pt x="492487" y="440614"/>
                  </a:lnTo>
                  <a:lnTo>
                    <a:pt x="646231" y="0"/>
                  </a:lnTo>
                  <a:close/>
                </a:path>
              </a:pathLst>
            </a:custGeom>
            <a:solidFill>
              <a:srgbClr val="1D516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45" name="object 45"/>
            <p:cNvPicPr/>
            <p:nvPr/>
          </p:nvPicPr>
          <p:blipFill rotWithShape="1">
            <a:blip r:embed="rId27"/>
            <a:stretch/>
          </p:blipFill>
          <p:spPr bwMode="auto">
            <a:xfrm>
              <a:off x="11159742" y="7794462"/>
              <a:ext cx="1969473" cy="688383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 bwMode="auto">
            <a:xfrm>
              <a:off x="7331274" y="6908250"/>
              <a:ext cx="2376805" cy="1805305"/>
            </a:xfrm>
            <a:custGeom>
              <a:avLst/>
              <a:gdLst/>
              <a:ahLst/>
              <a:cxnLst/>
              <a:rect l="l" t="t" r="r" b="b"/>
              <a:pathLst>
                <a:path w="2376804" h="1805304" extrusionOk="0">
                  <a:moveTo>
                    <a:pt x="0" y="1804960"/>
                  </a:moveTo>
                  <a:lnTo>
                    <a:pt x="2376765" y="1804960"/>
                  </a:lnTo>
                  <a:lnTo>
                    <a:pt x="2376765" y="0"/>
                  </a:lnTo>
                  <a:lnTo>
                    <a:pt x="0" y="0"/>
                  </a:lnTo>
                  <a:lnTo>
                    <a:pt x="0" y="180496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47" name="object 47"/>
            <p:cNvPicPr/>
            <p:nvPr/>
          </p:nvPicPr>
          <p:blipFill rotWithShape="1">
            <a:blip r:embed="rId28"/>
            <a:stretch/>
          </p:blipFill>
          <p:spPr bwMode="auto">
            <a:xfrm>
              <a:off x="7579118" y="7088657"/>
              <a:ext cx="1859207" cy="498043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 rotWithShape="1">
            <a:blip r:embed="rId29"/>
            <a:stretch/>
          </p:blipFill>
          <p:spPr bwMode="auto">
            <a:xfrm>
              <a:off x="6098118" y="6908239"/>
              <a:ext cx="1233156" cy="1804971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 bwMode="auto">
            <a:xfrm>
              <a:off x="9091532" y="7827454"/>
              <a:ext cx="392430" cy="489584"/>
            </a:xfrm>
            <a:custGeom>
              <a:avLst/>
              <a:gdLst/>
              <a:ahLst/>
              <a:cxnLst/>
              <a:rect l="l" t="t" r="r" b="b"/>
              <a:pathLst>
                <a:path w="392429" h="489584" extrusionOk="0">
                  <a:moveTo>
                    <a:pt x="392354" y="0"/>
                  </a:moveTo>
                  <a:lnTo>
                    <a:pt x="338879" y="0"/>
                  </a:lnTo>
                  <a:lnTo>
                    <a:pt x="338879" y="393736"/>
                  </a:lnTo>
                  <a:lnTo>
                    <a:pt x="43747" y="0"/>
                  </a:lnTo>
                  <a:lnTo>
                    <a:pt x="0" y="0"/>
                  </a:lnTo>
                  <a:lnTo>
                    <a:pt x="0" y="489576"/>
                  </a:lnTo>
                  <a:lnTo>
                    <a:pt x="53464" y="489576"/>
                  </a:lnTo>
                  <a:lnTo>
                    <a:pt x="53464" y="95829"/>
                  </a:lnTo>
                  <a:lnTo>
                    <a:pt x="348596" y="489576"/>
                  </a:lnTo>
                  <a:lnTo>
                    <a:pt x="392354" y="489576"/>
                  </a:lnTo>
                  <a:lnTo>
                    <a:pt x="392354" y="0"/>
                  </a:lnTo>
                  <a:close/>
                </a:path>
              </a:pathLst>
            </a:custGeom>
            <a:solidFill>
              <a:srgbClr val="BE311A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50" name="object 50"/>
            <p:cNvPicPr/>
            <p:nvPr/>
          </p:nvPicPr>
          <p:blipFill rotWithShape="1">
            <a:blip r:embed="rId30"/>
            <a:stretch/>
          </p:blipFill>
          <p:spPr bwMode="auto">
            <a:xfrm>
              <a:off x="7549821" y="7717103"/>
              <a:ext cx="1938467" cy="767665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 bwMode="auto">
            <a:xfrm>
              <a:off x="2481432" y="5103289"/>
              <a:ext cx="2376805" cy="1805305"/>
            </a:xfrm>
            <a:custGeom>
              <a:avLst/>
              <a:gdLst/>
              <a:ahLst/>
              <a:cxnLst/>
              <a:rect l="l" t="t" r="r" b="b"/>
              <a:pathLst>
                <a:path w="2376804" h="1805304" extrusionOk="0">
                  <a:moveTo>
                    <a:pt x="0" y="1804960"/>
                  </a:moveTo>
                  <a:lnTo>
                    <a:pt x="2376765" y="1804960"/>
                  </a:lnTo>
                  <a:lnTo>
                    <a:pt x="2376765" y="0"/>
                  </a:lnTo>
                  <a:lnTo>
                    <a:pt x="0" y="0"/>
                  </a:lnTo>
                  <a:lnTo>
                    <a:pt x="0" y="180496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52" name="object 52"/>
            <p:cNvPicPr/>
            <p:nvPr/>
          </p:nvPicPr>
          <p:blipFill rotWithShape="1">
            <a:blip r:embed="rId31"/>
            <a:stretch/>
          </p:blipFill>
          <p:spPr bwMode="auto">
            <a:xfrm>
              <a:off x="2729278" y="5283697"/>
              <a:ext cx="1859208" cy="49804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 rotWithShape="1">
            <a:blip r:embed="rId32"/>
            <a:stretch/>
          </p:blipFill>
          <p:spPr bwMode="auto">
            <a:xfrm>
              <a:off x="1248276" y="5103289"/>
              <a:ext cx="1233156" cy="180496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 bwMode="auto">
            <a:xfrm>
              <a:off x="4254576" y="6024288"/>
              <a:ext cx="302260" cy="488950"/>
            </a:xfrm>
            <a:custGeom>
              <a:avLst/>
              <a:gdLst/>
              <a:ahLst/>
              <a:cxnLst/>
              <a:rect l="l" t="t" r="r" b="b"/>
              <a:pathLst>
                <a:path w="302260" h="488950" extrusionOk="0">
                  <a:moveTo>
                    <a:pt x="302069" y="440690"/>
                  </a:moveTo>
                  <a:lnTo>
                    <a:pt x="56946" y="440690"/>
                  </a:lnTo>
                  <a:lnTo>
                    <a:pt x="56946" y="0"/>
                  </a:lnTo>
                  <a:lnTo>
                    <a:pt x="0" y="0"/>
                  </a:lnTo>
                  <a:lnTo>
                    <a:pt x="0" y="440690"/>
                  </a:lnTo>
                  <a:lnTo>
                    <a:pt x="0" y="488950"/>
                  </a:lnTo>
                  <a:lnTo>
                    <a:pt x="302069" y="488950"/>
                  </a:lnTo>
                  <a:lnTo>
                    <a:pt x="302069" y="440690"/>
                  </a:lnTo>
                  <a:close/>
                </a:path>
              </a:pathLst>
            </a:custGeom>
            <a:solidFill>
              <a:srgbClr val="A8C9DA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55" name="object 55"/>
            <p:cNvPicPr/>
            <p:nvPr/>
          </p:nvPicPr>
          <p:blipFill rotWithShape="1">
            <a:blip r:embed="rId33"/>
            <a:stretch/>
          </p:blipFill>
          <p:spPr bwMode="auto">
            <a:xfrm>
              <a:off x="2712873" y="5913314"/>
              <a:ext cx="1849982" cy="771997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 bwMode="auto">
            <a:xfrm>
              <a:off x="6091353" y="5103289"/>
              <a:ext cx="2376805" cy="1805305"/>
            </a:xfrm>
            <a:custGeom>
              <a:avLst/>
              <a:gdLst/>
              <a:ahLst/>
              <a:cxnLst/>
              <a:rect l="l" t="t" r="r" b="b"/>
              <a:pathLst>
                <a:path w="2376804" h="1805304" extrusionOk="0">
                  <a:moveTo>
                    <a:pt x="0" y="1804960"/>
                  </a:moveTo>
                  <a:lnTo>
                    <a:pt x="2376765" y="1804960"/>
                  </a:lnTo>
                  <a:lnTo>
                    <a:pt x="2376765" y="0"/>
                  </a:lnTo>
                  <a:lnTo>
                    <a:pt x="0" y="0"/>
                  </a:lnTo>
                  <a:lnTo>
                    <a:pt x="0" y="180496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57" name="object 57"/>
            <p:cNvPicPr/>
            <p:nvPr/>
          </p:nvPicPr>
          <p:blipFill rotWithShape="1">
            <a:blip r:embed="rId34"/>
            <a:stretch/>
          </p:blipFill>
          <p:spPr bwMode="auto">
            <a:xfrm>
              <a:off x="6339196" y="5283697"/>
              <a:ext cx="1859207" cy="49804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 rotWithShape="1">
            <a:blip r:embed="rId35"/>
            <a:stretch/>
          </p:blipFill>
          <p:spPr bwMode="auto">
            <a:xfrm>
              <a:off x="4858197" y="5103289"/>
              <a:ext cx="1233166" cy="180496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 bwMode="auto">
            <a:xfrm>
              <a:off x="7808890" y="6023970"/>
              <a:ext cx="462915" cy="489584"/>
            </a:xfrm>
            <a:custGeom>
              <a:avLst/>
              <a:gdLst/>
              <a:ahLst/>
              <a:cxnLst/>
              <a:rect l="l" t="t" r="r" b="b"/>
              <a:pathLst>
                <a:path w="462915" h="489584" extrusionOk="0">
                  <a:moveTo>
                    <a:pt x="462488" y="0"/>
                  </a:moveTo>
                  <a:lnTo>
                    <a:pt x="415966" y="0"/>
                  </a:lnTo>
                  <a:lnTo>
                    <a:pt x="232642" y="354847"/>
                  </a:lnTo>
                  <a:lnTo>
                    <a:pt x="47223" y="0"/>
                  </a:lnTo>
                  <a:lnTo>
                    <a:pt x="0" y="0"/>
                  </a:lnTo>
                  <a:lnTo>
                    <a:pt x="0" y="489576"/>
                  </a:lnTo>
                  <a:lnTo>
                    <a:pt x="52783" y="489576"/>
                  </a:lnTo>
                  <a:lnTo>
                    <a:pt x="52082" y="113190"/>
                  </a:lnTo>
                  <a:lnTo>
                    <a:pt x="211805" y="411798"/>
                  </a:lnTo>
                  <a:lnTo>
                    <a:pt x="252086" y="411798"/>
                  </a:lnTo>
                  <a:lnTo>
                    <a:pt x="411107" y="110415"/>
                  </a:lnTo>
                  <a:lnTo>
                    <a:pt x="410406" y="489576"/>
                  </a:lnTo>
                  <a:lnTo>
                    <a:pt x="462488" y="489576"/>
                  </a:lnTo>
                  <a:lnTo>
                    <a:pt x="462488" y="0"/>
                  </a:lnTo>
                  <a:close/>
                </a:path>
              </a:pathLst>
            </a:custGeom>
            <a:solidFill>
              <a:srgbClr val="00A2DB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60" name="object 60"/>
            <p:cNvPicPr/>
            <p:nvPr/>
          </p:nvPicPr>
          <p:blipFill rotWithShape="1">
            <a:blip r:embed="rId36"/>
            <a:stretch/>
          </p:blipFill>
          <p:spPr bwMode="auto">
            <a:xfrm>
              <a:off x="6322791" y="5913618"/>
              <a:ext cx="1933631" cy="762056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 bwMode="auto">
            <a:xfrm>
              <a:off x="9701275" y="5103289"/>
              <a:ext cx="2376805" cy="1805305"/>
            </a:xfrm>
            <a:custGeom>
              <a:avLst/>
              <a:gdLst/>
              <a:ahLst/>
              <a:cxnLst/>
              <a:rect l="l" t="t" r="r" b="b"/>
              <a:pathLst>
                <a:path w="2376804" h="1805304" extrusionOk="0">
                  <a:moveTo>
                    <a:pt x="0" y="1804960"/>
                  </a:moveTo>
                  <a:lnTo>
                    <a:pt x="2376765" y="1804960"/>
                  </a:lnTo>
                  <a:lnTo>
                    <a:pt x="2376765" y="0"/>
                  </a:lnTo>
                  <a:lnTo>
                    <a:pt x="0" y="0"/>
                  </a:lnTo>
                  <a:lnTo>
                    <a:pt x="0" y="180496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62" name="object 62"/>
            <p:cNvPicPr/>
            <p:nvPr/>
          </p:nvPicPr>
          <p:blipFill rotWithShape="1">
            <a:blip r:embed="rId37"/>
            <a:stretch/>
          </p:blipFill>
          <p:spPr bwMode="auto">
            <a:xfrm>
              <a:off x="9949115" y="5283697"/>
              <a:ext cx="1859207" cy="498044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 rotWithShape="1">
            <a:blip r:embed="rId38"/>
            <a:stretch/>
          </p:blipFill>
          <p:spPr bwMode="auto">
            <a:xfrm>
              <a:off x="8468118" y="5103289"/>
              <a:ext cx="1233156" cy="180496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 bwMode="auto">
            <a:xfrm>
              <a:off x="11415395" y="6024288"/>
              <a:ext cx="398780" cy="488950"/>
            </a:xfrm>
            <a:custGeom>
              <a:avLst/>
              <a:gdLst/>
              <a:ahLst/>
              <a:cxnLst/>
              <a:rect l="l" t="t" r="r" b="b"/>
              <a:pathLst>
                <a:path w="398779" h="488950" extrusionOk="0">
                  <a:moveTo>
                    <a:pt x="398589" y="0"/>
                  </a:moveTo>
                  <a:lnTo>
                    <a:pt x="0" y="0"/>
                  </a:lnTo>
                  <a:lnTo>
                    <a:pt x="0" y="48260"/>
                  </a:lnTo>
                  <a:lnTo>
                    <a:pt x="170129" y="48260"/>
                  </a:lnTo>
                  <a:lnTo>
                    <a:pt x="170129" y="488950"/>
                  </a:lnTo>
                  <a:lnTo>
                    <a:pt x="227774" y="488950"/>
                  </a:lnTo>
                  <a:lnTo>
                    <a:pt x="227774" y="48260"/>
                  </a:lnTo>
                  <a:lnTo>
                    <a:pt x="398589" y="48260"/>
                  </a:lnTo>
                  <a:lnTo>
                    <a:pt x="398589" y="0"/>
                  </a:lnTo>
                  <a:close/>
                </a:path>
              </a:pathLst>
            </a:custGeom>
            <a:solidFill>
              <a:srgbClr val="CD7F32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65" name="object 65"/>
            <p:cNvPicPr/>
            <p:nvPr/>
          </p:nvPicPr>
          <p:blipFill rotWithShape="1">
            <a:blip r:embed="rId39"/>
            <a:stretch/>
          </p:blipFill>
          <p:spPr bwMode="auto">
            <a:xfrm>
              <a:off x="9932709" y="5913313"/>
              <a:ext cx="1874059" cy="772376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 bwMode="auto">
            <a:xfrm>
              <a:off x="13311196" y="5103289"/>
              <a:ext cx="2376805" cy="1805305"/>
            </a:xfrm>
            <a:custGeom>
              <a:avLst/>
              <a:gdLst/>
              <a:ahLst/>
              <a:cxnLst/>
              <a:rect l="l" t="t" r="r" b="b"/>
              <a:pathLst>
                <a:path w="2376805" h="1805304" extrusionOk="0">
                  <a:moveTo>
                    <a:pt x="0" y="1804960"/>
                  </a:moveTo>
                  <a:lnTo>
                    <a:pt x="2376765" y="1804960"/>
                  </a:lnTo>
                  <a:lnTo>
                    <a:pt x="2376765" y="0"/>
                  </a:lnTo>
                  <a:lnTo>
                    <a:pt x="0" y="0"/>
                  </a:lnTo>
                  <a:lnTo>
                    <a:pt x="0" y="180496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67" name="object 67"/>
            <p:cNvPicPr/>
            <p:nvPr/>
          </p:nvPicPr>
          <p:blipFill rotWithShape="1">
            <a:blip r:embed="rId40"/>
            <a:stretch/>
          </p:blipFill>
          <p:spPr bwMode="auto">
            <a:xfrm>
              <a:off x="13559034" y="5283697"/>
              <a:ext cx="1859207" cy="498044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 rotWithShape="1">
            <a:blip r:embed="rId41"/>
            <a:stretch/>
          </p:blipFill>
          <p:spPr bwMode="auto">
            <a:xfrm>
              <a:off x="12078040" y="5103289"/>
              <a:ext cx="1233156" cy="1804960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 bwMode="auto">
            <a:xfrm>
              <a:off x="15071449" y="6022495"/>
              <a:ext cx="385445" cy="489584"/>
            </a:xfrm>
            <a:custGeom>
              <a:avLst/>
              <a:gdLst/>
              <a:ahLst/>
              <a:cxnLst/>
              <a:rect l="l" t="t" r="r" b="b"/>
              <a:pathLst>
                <a:path w="385444" h="489584" extrusionOk="0">
                  <a:moveTo>
                    <a:pt x="201386" y="0"/>
                  </a:moveTo>
                  <a:lnTo>
                    <a:pt x="0" y="0"/>
                  </a:lnTo>
                  <a:lnTo>
                    <a:pt x="0" y="489576"/>
                  </a:lnTo>
                  <a:lnTo>
                    <a:pt x="56249" y="489576"/>
                  </a:lnTo>
                  <a:lnTo>
                    <a:pt x="56249" y="282630"/>
                  </a:lnTo>
                  <a:lnTo>
                    <a:pt x="257519" y="282630"/>
                  </a:lnTo>
                  <a:lnTo>
                    <a:pt x="250058" y="278945"/>
                  </a:lnTo>
                  <a:lnTo>
                    <a:pt x="240966" y="275687"/>
                  </a:lnTo>
                  <a:lnTo>
                    <a:pt x="269110" y="269550"/>
                  </a:lnTo>
                  <a:lnTo>
                    <a:pt x="293826" y="260155"/>
                  </a:lnTo>
                  <a:lnTo>
                    <a:pt x="315114" y="247503"/>
                  </a:lnTo>
                  <a:lnTo>
                    <a:pt x="328695" y="235406"/>
                  </a:lnTo>
                  <a:lnTo>
                    <a:pt x="56249" y="235406"/>
                  </a:lnTo>
                  <a:lnTo>
                    <a:pt x="56249" y="47223"/>
                  </a:lnTo>
                  <a:lnTo>
                    <a:pt x="334223" y="47223"/>
                  </a:lnTo>
                  <a:lnTo>
                    <a:pt x="323257" y="35412"/>
                  </a:lnTo>
                  <a:lnTo>
                    <a:pt x="299879" y="19918"/>
                  </a:lnTo>
                  <a:lnTo>
                    <a:pt x="271777" y="8851"/>
                  </a:lnTo>
                  <a:lnTo>
                    <a:pt x="238946" y="2212"/>
                  </a:lnTo>
                  <a:lnTo>
                    <a:pt x="201386" y="0"/>
                  </a:lnTo>
                  <a:close/>
                </a:path>
                <a:path w="385444" h="489584" extrusionOk="0">
                  <a:moveTo>
                    <a:pt x="257519" y="282630"/>
                  </a:moveTo>
                  <a:lnTo>
                    <a:pt x="147911" y="282630"/>
                  </a:lnTo>
                  <a:lnTo>
                    <a:pt x="164686" y="283303"/>
                  </a:lnTo>
                  <a:lnTo>
                    <a:pt x="179594" y="285322"/>
                  </a:lnTo>
                  <a:lnTo>
                    <a:pt x="222990" y="308590"/>
                  </a:lnTo>
                  <a:lnTo>
                    <a:pt x="322911" y="489576"/>
                  </a:lnTo>
                  <a:lnTo>
                    <a:pt x="385401" y="489576"/>
                  </a:lnTo>
                  <a:lnTo>
                    <a:pt x="299990" y="329853"/>
                  </a:lnTo>
                  <a:lnTo>
                    <a:pt x="294044" y="319504"/>
                  </a:lnTo>
                  <a:lnTo>
                    <a:pt x="293934" y="319311"/>
                  </a:lnTo>
                  <a:lnTo>
                    <a:pt x="266547" y="288321"/>
                  </a:lnTo>
                  <a:lnTo>
                    <a:pt x="258585" y="283156"/>
                  </a:lnTo>
                  <a:lnTo>
                    <a:pt x="257519" y="282630"/>
                  </a:lnTo>
                  <a:close/>
                </a:path>
                <a:path w="385444" h="489584" extrusionOk="0">
                  <a:moveTo>
                    <a:pt x="334223" y="47223"/>
                  </a:moveTo>
                  <a:lnTo>
                    <a:pt x="196517" y="47223"/>
                  </a:lnTo>
                  <a:lnTo>
                    <a:pt x="223471" y="48655"/>
                  </a:lnTo>
                  <a:lnTo>
                    <a:pt x="246692" y="52949"/>
                  </a:lnTo>
                  <a:lnTo>
                    <a:pt x="281939" y="70133"/>
                  </a:lnTo>
                  <a:lnTo>
                    <a:pt x="307981" y="118183"/>
                  </a:lnTo>
                  <a:lnTo>
                    <a:pt x="309718" y="140278"/>
                  </a:lnTo>
                  <a:lnTo>
                    <a:pt x="307959" y="162714"/>
                  </a:lnTo>
                  <a:lnTo>
                    <a:pt x="293895" y="198480"/>
                  </a:lnTo>
                  <a:lnTo>
                    <a:pt x="246256" y="229507"/>
                  </a:lnTo>
                  <a:lnTo>
                    <a:pt x="196517" y="235406"/>
                  </a:lnTo>
                  <a:lnTo>
                    <a:pt x="328695" y="235406"/>
                  </a:lnTo>
                  <a:lnTo>
                    <a:pt x="357193" y="191059"/>
                  </a:lnTo>
                  <a:lnTo>
                    <a:pt x="365214" y="140278"/>
                  </a:lnTo>
                  <a:lnTo>
                    <a:pt x="365266" y="139576"/>
                  </a:lnTo>
                  <a:lnTo>
                    <a:pt x="362639" y="107286"/>
                  </a:lnTo>
                  <a:lnTo>
                    <a:pt x="354761" y="79162"/>
                  </a:lnTo>
                  <a:lnTo>
                    <a:pt x="341633" y="55204"/>
                  </a:lnTo>
                  <a:lnTo>
                    <a:pt x="334223" y="47223"/>
                  </a:lnTo>
                  <a:close/>
                </a:path>
              </a:pathLst>
            </a:custGeom>
            <a:solidFill>
              <a:srgbClr val="00B96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70" name="object 70"/>
            <p:cNvPicPr/>
            <p:nvPr/>
          </p:nvPicPr>
          <p:blipFill rotWithShape="1">
            <a:blip r:embed="rId42"/>
            <a:stretch/>
          </p:blipFill>
          <p:spPr bwMode="auto">
            <a:xfrm>
              <a:off x="13529738" y="5912142"/>
              <a:ext cx="1927153" cy="761473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 rotWithShape="1">
            <a:blip r:embed="rId43"/>
            <a:stretch/>
          </p:blipFill>
          <p:spPr bwMode="auto">
            <a:xfrm>
              <a:off x="0" y="5103289"/>
              <a:ext cx="1248276" cy="1804960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 bwMode="auto">
            <a:xfrm>
              <a:off x="111441" y="6908239"/>
              <a:ext cx="2376805" cy="1805305"/>
            </a:xfrm>
            <a:custGeom>
              <a:avLst/>
              <a:gdLst/>
              <a:ahLst/>
              <a:cxnLst/>
              <a:rect l="l" t="t" r="r" b="b"/>
              <a:pathLst>
                <a:path w="2376805" h="1805304" extrusionOk="0">
                  <a:moveTo>
                    <a:pt x="0" y="1804960"/>
                  </a:moveTo>
                  <a:lnTo>
                    <a:pt x="2376765" y="1804960"/>
                  </a:lnTo>
                  <a:lnTo>
                    <a:pt x="2376765" y="0"/>
                  </a:lnTo>
                  <a:lnTo>
                    <a:pt x="0" y="0"/>
                  </a:lnTo>
                  <a:lnTo>
                    <a:pt x="0" y="180496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73" name="object 73"/>
            <p:cNvPicPr/>
            <p:nvPr/>
          </p:nvPicPr>
          <p:blipFill rotWithShape="1">
            <a:blip r:embed="rId44"/>
            <a:stretch/>
          </p:blipFill>
          <p:spPr bwMode="auto">
            <a:xfrm>
              <a:off x="359282" y="7088657"/>
              <a:ext cx="1859207" cy="498043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 rotWithShape="1">
            <a:blip r:embed="rId45"/>
            <a:stretch/>
          </p:blipFill>
          <p:spPr bwMode="auto">
            <a:xfrm>
              <a:off x="0" y="6908239"/>
              <a:ext cx="111441" cy="1804960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 bwMode="auto">
            <a:xfrm>
              <a:off x="1819198" y="7829250"/>
              <a:ext cx="398780" cy="488950"/>
            </a:xfrm>
            <a:custGeom>
              <a:avLst/>
              <a:gdLst/>
              <a:ahLst/>
              <a:cxnLst/>
              <a:rect l="l" t="t" r="r" b="b"/>
              <a:pathLst>
                <a:path w="398780" h="488950" extrusionOk="0">
                  <a:moveTo>
                    <a:pt x="398589" y="0"/>
                  </a:moveTo>
                  <a:lnTo>
                    <a:pt x="0" y="0"/>
                  </a:lnTo>
                  <a:lnTo>
                    <a:pt x="0" y="48260"/>
                  </a:lnTo>
                  <a:lnTo>
                    <a:pt x="170129" y="48260"/>
                  </a:lnTo>
                  <a:lnTo>
                    <a:pt x="170129" y="488950"/>
                  </a:lnTo>
                  <a:lnTo>
                    <a:pt x="227761" y="488950"/>
                  </a:lnTo>
                  <a:lnTo>
                    <a:pt x="227761" y="48260"/>
                  </a:lnTo>
                  <a:lnTo>
                    <a:pt x="398589" y="48260"/>
                  </a:lnTo>
                  <a:lnTo>
                    <a:pt x="398589" y="0"/>
                  </a:lnTo>
                  <a:close/>
                </a:path>
              </a:pathLst>
            </a:custGeom>
            <a:solidFill>
              <a:srgbClr val="EBBD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76" name="object 76"/>
            <p:cNvPicPr/>
            <p:nvPr/>
          </p:nvPicPr>
          <p:blipFill rotWithShape="1">
            <a:blip r:embed="rId46"/>
            <a:stretch/>
          </p:blipFill>
          <p:spPr bwMode="auto">
            <a:xfrm>
              <a:off x="336509" y="7718270"/>
              <a:ext cx="1894021" cy="771999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 bwMode="auto">
            <a:xfrm>
              <a:off x="15680276" y="3298328"/>
              <a:ext cx="2376805" cy="1805305"/>
            </a:xfrm>
            <a:custGeom>
              <a:avLst/>
              <a:gdLst/>
              <a:ahLst/>
              <a:cxnLst/>
              <a:rect l="l" t="t" r="r" b="b"/>
              <a:pathLst>
                <a:path w="2376805" h="1805304" extrusionOk="0">
                  <a:moveTo>
                    <a:pt x="0" y="1804960"/>
                  </a:moveTo>
                  <a:lnTo>
                    <a:pt x="2376765" y="1804960"/>
                  </a:lnTo>
                  <a:lnTo>
                    <a:pt x="2376765" y="0"/>
                  </a:lnTo>
                  <a:lnTo>
                    <a:pt x="0" y="0"/>
                  </a:lnTo>
                  <a:lnTo>
                    <a:pt x="0" y="180496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78" name="object 78"/>
            <p:cNvPicPr/>
            <p:nvPr/>
          </p:nvPicPr>
          <p:blipFill rotWithShape="1">
            <a:blip r:embed="rId47"/>
            <a:stretch/>
          </p:blipFill>
          <p:spPr bwMode="auto">
            <a:xfrm>
              <a:off x="15928120" y="3478739"/>
              <a:ext cx="1859208" cy="498043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 rotWithShape="1">
            <a:blip r:embed="rId48"/>
            <a:stretch/>
          </p:blipFill>
          <p:spPr bwMode="auto">
            <a:xfrm>
              <a:off x="14447119" y="3298328"/>
              <a:ext cx="1233156" cy="1804960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 bwMode="auto">
            <a:xfrm>
              <a:off x="17393702" y="4218702"/>
              <a:ext cx="480059" cy="489584"/>
            </a:xfrm>
            <a:custGeom>
              <a:avLst/>
              <a:gdLst/>
              <a:ahLst/>
              <a:cxnLst/>
              <a:rect l="l" t="t" r="r" b="b"/>
              <a:pathLst>
                <a:path w="480059" h="489585" extrusionOk="0">
                  <a:moveTo>
                    <a:pt x="264578" y="0"/>
                  </a:moveTo>
                  <a:lnTo>
                    <a:pt x="215281" y="0"/>
                  </a:lnTo>
                  <a:lnTo>
                    <a:pt x="0" y="489576"/>
                  </a:lnTo>
                  <a:lnTo>
                    <a:pt x="58333" y="489576"/>
                  </a:lnTo>
                  <a:lnTo>
                    <a:pt x="112499" y="363884"/>
                  </a:lnTo>
                  <a:lnTo>
                    <a:pt x="424589" y="363884"/>
                  </a:lnTo>
                  <a:lnTo>
                    <a:pt x="403823" y="316660"/>
                  </a:lnTo>
                  <a:lnTo>
                    <a:pt x="132634" y="316660"/>
                  </a:lnTo>
                  <a:lnTo>
                    <a:pt x="240275" y="65977"/>
                  </a:lnTo>
                  <a:lnTo>
                    <a:pt x="293590" y="65977"/>
                  </a:lnTo>
                  <a:lnTo>
                    <a:pt x="264578" y="0"/>
                  </a:lnTo>
                  <a:close/>
                </a:path>
                <a:path w="480059" h="489585" extrusionOk="0">
                  <a:moveTo>
                    <a:pt x="424589" y="363884"/>
                  </a:moveTo>
                  <a:lnTo>
                    <a:pt x="368051" y="363884"/>
                  </a:lnTo>
                  <a:lnTo>
                    <a:pt x="422217" y="489576"/>
                  </a:lnTo>
                  <a:lnTo>
                    <a:pt x="479859" y="489576"/>
                  </a:lnTo>
                  <a:lnTo>
                    <a:pt x="424589" y="363884"/>
                  </a:lnTo>
                  <a:close/>
                </a:path>
                <a:path w="480059" h="489585" extrusionOk="0">
                  <a:moveTo>
                    <a:pt x="293590" y="65977"/>
                  </a:moveTo>
                  <a:lnTo>
                    <a:pt x="240275" y="65977"/>
                  </a:lnTo>
                  <a:lnTo>
                    <a:pt x="347916" y="316660"/>
                  </a:lnTo>
                  <a:lnTo>
                    <a:pt x="403823" y="316660"/>
                  </a:lnTo>
                  <a:lnTo>
                    <a:pt x="293590" y="65977"/>
                  </a:lnTo>
                  <a:close/>
                </a:path>
              </a:pathLst>
            </a:custGeom>
            <a:solidFill>
              <a:srgbClr val="86C64A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81" name="object 81"/>
            <p:cNvPicPr/>
            <p:nvPr/>
          </p:nvPicPr>
          <p:blipFill rotWithShape="1">
            <a:blip r:embed="rId49"/>
            <a:stretch/>
          </p:blipFill>
          <p:spPr bwMode="auto">
            <a:xfrm>
              <a:off x="15911717" y="4108354"/>
              <a:ext cx="1962857" cy="760422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 bwMode="auto">
            <a:xfrm>
              <a:off x="19290197" y="3298328"/>
              <a:ext cx="814069" cy="1805305"/>
            </a:xfrm>
            <a:custGeom>
              <a:avLst/>
              <a:gdLst/>
              <a:ahLst/>
              <a:cxnLst/>
              <a:rect l="l" t="t" r="r" b="b"/>
              <a:pathLst>
                <a:path w="814069" h="1805304" extrusionOk="0">
                  <a:moveTo>
                    <a:pt x="0" y="1804960"/>
                  </a:moveTo>
                  <a:lnTo>
                    <a:pt x="813901" y="1804960"/>
                  </a:lnTo>
                  <a:lnTo>
                    <a:pt x="813901" y="0"/>
                  </a:lnTo>
                  <a:lnTo>
                    <a:pt x="0" y="0"/>
                  </a:lnTo>
                  <a:lnTo>
                    <a:pt x="0" y="180496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83" name="object 83"/>
            <p:cNvSpPr/>
            <p:nvPr/>
          </p:nvSpPr>
          <p:spPr bwMode="auto">
            <a:xfrm>
              <a:off x="19817306" y="3777961"/>
              <a:ext cx="287020" cy="199390"/>
            </a:xfrm>
            <a:custGeom>
              <a:avLst/>
              <a:gdLst/>
              <a:ahLst/>
              <a:cxnLst/>
              <a:rect l="l" t="t" r="r" b="b"/>
              <a:pathLst>
                <a:path w="287019" h="199389" extrusionOk="0">
                  <a:moveTo>
                    <a:pt x="71128" y="0"/>
                  </a:moveTo>
                  <a:lnTo>
                    <a:pt x="29594" y="11465"/>
                  </a:lnTo>
                  <a:lnTo>
                    <a:pt x="4994" y="43045"/>
                  </a:lnTo>
                  <a:lnTo>
                    <a:pt x="0" y="72835"/>
                  </a:lnTo>
                  <a:lnTo>
                    <a:pt x="308" y="80731"/>
                  </a:lnTo>
                  <a:lnTo>
                    <a:pt x="14889" y="120286"/>
                  </a:lnTo>
                  <a:lnTo>
                    <a:pt x="48720" y="142755"/>
                  </a:lnTo>
                  <a:lnTo>
                    <a:pt x="71128" y="145670"/>
                  </a:lnTo>
                  <a:lnTo>
                    <a:pt x="79129" y="145347"/>
                  </a:lnTo>
                  <a:lnTo>
                    <a:pt x="118276" y="130164"/>
                  </a:lnTo>
                  <a:lnTo>
                    <a:pt x="128701" y="119033"/>
                  </a:lnTo>
                  <a:lnTo>
                    <a:pt x="63956" y="119033"/>
                  </a:lnTo>
                  <a:lnTo>
                    <a:pt x="57725" y="117169"/>
                  </a:lnTo>
                  <a:lnTo>
                    <a:pt x="47139" y="109734"/>
                  </a:lnTo>
                  <a:lnTo>
                    <a:pt x="43066" y="104373"/>
                  </a:lnTo>
                  <a:lnTo>
                    <a:pt x="37381" y="90374"/>
                  </a:lnTo>
                  <a:lnTo>
                    <a:pt x="35957" y="82196"/>
                  </a:lnTo>
                  <a:lnTo>
                    <a:pt x="35957" y="63390"/>
                  </a:lnTo>
                  <a:lnTo>
                    <a:pt x="57966" y="28323"/>
                  </a:lnTo>
                  <a:lnTo>
                    <a:pt x="64134" y="26512"/>
                  </a:lnTo>
                  <a:lnTo>
                    <a:pt x="128655" y="26512"/>
                  </a:lnTo>
                  <a:lnTo>
                    <a:pt x="127806" y="25297"/>
                  </a:lnTo>
                  <a:lnTo>
                    <a:pt x="93840" y="2950"/>
                  </a:lnTo>
                  <a:lnTo>
                    <a:pt x="79076" y="327"/>
                  </a:lnTo>
                  <a:lnTo>
                    <a:pt x="71128" y="0"/>
                  </a:lnTo>
                  <a:close/>
                </a:path>
                <a:path w="287019" h="199389" extrusionOk="0">
                  <a:moveTo>
                    <a:pt x="128655" y="26512"/>
                  </a:moveTo>
                  <a:lnTo>
                    <a:pt x="71128" y="26512"/>
                  </a:lnTo>
                  <a:lnTo>
                    <a:pt x="78850" y="27274"/>
                  </a:lnTo>
                  <a:lnTo>
                    <a:pt x="85744" y="29560"/>
                  </a:lnTo>
                  <a:lnTo>
                    <a:pt x="106095" y="62485"/>
                  </a:lnTo>
                  <a:lnTo>
                    <a:pt x="106698" y="72835"/>
                  </a:lnTo>
                  <a:lnTo>
                    <a:pt x="106233" y="80731"/>
                  </a:lnTo>
                  <a:lnTo>
                    <a:pt x="106147" y="82196"/>
                  </a:lnTo>
                  <a:lnTo>
                    <a:pt x="85744" y="115963"/>
                  </a:lnTo>
                  <a:lnTo>
                    <a:pt x="71128" y="119033"/>
                  </a:lnTo>
                  <a:lnTo>
                    <a:pt x="128701" y="119033"/>
                  </a:lnTo>
                  <a:lnTo>
                    <a:pt x="142337" y="80731"/>
                  </a:lnTo>
                  <a:lnTo>
                    <a:pt x="142655" y="72835"/>
                  </a:lnTo>
                  <a:lnTo>
                    <a:pt x="142347" y="64935"/>
                  </a:lnTo>
                  <a:lnTo>
                    <a:pt x="131681" y="30843"/>
                  </a:lnTo>
                  <a:lnTo>
                    <a:pt x="128655" y="26512"/>
                  </a:lnTo>
                  <a:close/>
                </a:path>
                <a:path w="287019" h="199389" extrusionOk="0">
                  <a:moveTo>
                    <a:pt x="191826" y="0"/>
                  </a:moveTo>
                  <a:lnTo>
                    <a:pt x="181586" y="0"/>
                  </a:lnTo>
                  <a:lnTo>
                    <a:pt x="177486" y="1727"/>
                  </a:lnTo>
                  <a:lnTo>
                    <a:pt x="171565" y="8418"/>
                  </a:lnTo>
                  <a:lnTo>
                    <a:pt x="170078" y="13694"/>
                  </a:lnTo>
                  <a:lnTo>
                    <a:pt x="170078" y="182727"/>
                  </a:lnTo>
                  <a:lnTo>
                    <a:pt x="171178" y="188653"/>
                  </a:lnTo>
                  <a:lnTo>
                    <a:pt x="175554" y="196789"/>
                  </a:lnTo>
                  <a:lnTo>
                    <a:pt x="180015" y="198821"/>
                  </a:lnTo>
                  <a:lnTo>
                    <a:pt x="186748" y="198821"/>
                  </a:lnTo>
                  <a:lnTo>
                    <a:pt x="194271" y="197344"/>
                  </a:lnTo>
                  <a:lnTo>
                    <a:pt x="199644" y="192915"/>
                  </a:lnTo>
                  <a:lnTo>
                    <a:pt x="202867" y="185533"/>
                  </a:lnTo>
                  <a:lnTo>
                    <a:pt x="203941" y="175198"/>
                  </a:lnTo>
                  <a:lnTo>
                    <a:pt x="203941" y="121388"/>
                  </a:lnTo>
                  <a:lnTo>
                    <a:pt x="286792" y="121388"/>
                  </a:lnTo>
                  <a:lnTo>
                    <a:pt x="286792" y="117975"/>
                  </a:lnTo>
                  <a:lnTo>
                    <a:pt x="240819" y="117975"/>
                  </a:lnTo>
                  <a:lnTo>
                    <a:pt x="233640" y="117233"/>
                  </a:lnTo>
                  <a:lnTo>
                    <a:pt x="206278" y="82936"/>
                  </a:lnTo>
                  <a:lnTo>
                    <a:pt x="205648" y="72835"/>
                  </a:lnTo>
                  <a:lnTo>
                    <a:pt x="206250" y="62731"/>
                  </a:lnTo>
                  <a:lnTo>
                    <a:pt x="206284" y="62174"/>
                  </a:lnTo>
                  <a:lnTo>
                    <a:pt x="227155" y="29694"/>
                  </a:lnTo>
                  <a:lnTo>
                    <a:pt x="286792" y="26774"/>
                  </a:lnTo>
                  <a:lnTo>
                    <a:pt x="286792" y="24407"/>
                  </a:lnTo>
                  <a:lnTo>
                    <a:pt x="203941" y="24407"/>
                  </a:lnTo>
                  <a:lnTo>
                    <a:pt x="203941" y="13694"/>
                  </a:lnTo>
                  <a:lnTo>
                    <a:pt x="202400" y="8795"/>
                  </a:lnTo>
                  <a:lnTo>
                    <a:pt x="202349" y="8638"/>
                  </a:lnTo>
                  <a:lnTo>
                    <a:pt x="195952" y="1727"/>
                  </a:lnTo>
                  <a:lnTo>
                    <a:pt x="191826" y="0"/>
                  </a:lnTo>
                  <a:close/>
                </a:path>
                <a:path w="287019" h="199389" extrusionOk="0">
                  <a:moveTo>
                    <a:pt x="286792" y="121388"/>
                  </a:moveTo>
                  <a:lnTo>
                    <a:pt x="203941" y="121388"/>
                  </a:lnTo>
                  <a:lnTo>
                    <a:pt x="208729" y="127002"/>
                  </a:lnTo>
                  <a:lnTo>
                    <a:pt x="242243" y="145285"/>
                  </a:lnTo>
                  <a:lnTo>
                    <a:pt x="249615" y="145670"/>
                  </a:lnTo>
                  <a:lnTo>
                    <a:pt x="258096" y="145670"/>
                  </a:lnTo>
                  <a:lnTo>
                    <a:pt x="266033" y="143985"/>
                  </a:lnTo>
                  <a:lnTo>
                    <a:pt x="280818" y="137252"/>
                  </a:lnTo>
                  <a:lnTo>
                    <a:pt x="286792" y="132762"/>
                  </a:lnTo>
                  <a:lnTo>
                    <a:pt x="286792" y="121388"/>
                  </a:lnTo>
                  <a:close/>
                </a:path>
                <a:path w="287019" h="199389" extrusionOk="0">
                  <a:moveTo>
                    <a:pt x="286792" y="26774"/>
                  </a:moveTo>
                  <a:lnTo>
                    <a:pt x="247029" y="26774"/>
                  </a:lnTo>
                  <a:lnTo>
                    <a:pt x="252693" y="28585"/>
                  </a:lnTo>
                  <a:lnTo>
                    <a:pt x="262934" y="35852"/>
                  </a:lnTo>
                  <a:lnTo>
                    <a:pt x="266934" y="41056"/>
                  </a:lnTo>
                  <a:lnTo>
                    <a:pt x="272714" y="54616"/>
                  </a:lnTo>
                  <a:lnTo>
                    <a:pt x="274050" y="62174"/>
                  </a:lnTo>
                  <a:lnTo>
                    <a:pt x="274122" y="72835"/>
                  </a:lnTo>
                  <a:lnTo>
                    <a:pt x="273862" y="79255"/>
                  </a:lnTo>
                  <a:lnTo>
                    <a:pt x="252275" y="116258"/>
                  </a:lnTo>
                  <a:lnTo>
                    <a:pt x="246767" y="117975"/>
                  </a:lnTo>
                  <a:lnTo>
                    <a:pt x="286792" y="117975"/>
                  </a:lnTo>
                  <a:lnTo>
                    <a:pt x="286792" y="26774"/>
                  </a:lnTo>
                  <a:close/>
                </a:path>
                <a:path w="287019" h="199389" extrusionOk="0">
                  <a:moveTo>
                    <a:pt x="249615" y="261"/>
                  </a:moveTo>
                  <a:lnTo>
                    <a:pt x="240421" y="261"/>
                  </a:lnTo>
                  <a:lnTo>
                    <a:pt x="232202" y="2209"/>
                  </a:lnTo>
                  <a:lnTo>
                    <a:pt x="203941" y="24407"/>
                  </a:lnTo>
                  <a:lnTo>
                    <a:pt x="286792" y="24407"/>
                  </a:lnTo>
                  <a:lnTo>
                    <a:pt x="286792" y="13694"/>
                  </a:lnTo>
                  <a:lnTo>
                    <a:pt x="280054" y="8795"/>
                  </a:lnTo>
                  <a:lnTo>
                    <a:pt x="272937" y="5063"/>
                  </a:lnTo>
                  <a:lnTo>
                    <a:pt x="265490" y="2396"/>
                  </a:lnTo>
                  <a:lnTo>
                    <a:pt x="257715" y="795"/>
                  </a:lnTo>
                  <a:lnTo>
                    <a:pt x="249615" y="2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84" name="object 84"/>
            <p:cNvPicPr/>
            <p:nvPr/>
          </p:nvPicPr>
          <p:blipFill rotWithShape="1">
            <a:blip r:embed="rId50"/>
            <a:stretch/>
          </p:blipFill>
          <p:spPr bwMode="auto">
            <a:xfrm>
              <a:off x="19540139" y="3726255"/>
              <a:ext cx="188193" cy="197376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 rotWithShape="1">
            <a:blip r:embed="rId51"/>
            <a:stretch/>
          </p:blipFill>
          <p:spPr bwMode="auto">
            <a:xfrm>
              <a:off x="19983846" y="3530183"/>
              <a:ext cx="120253" cy="145670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 bwMode="auto">
            <a:xfrm>
              <a:off x="19538039" y="3530454"/>
              <a:ext cx="360045" cy="199390"/>
            </a:xfrm>
            <a:custGeom>
              <a:avLst/>
              <a:gdLst/>
              <a:ahLst/>
              <a:cxnLst/>
              <a:rect l="l" t="t" r="r" b="b"/>
              <a:pathLst>
                <a:path w="360044" h="199389" extrusionOk="0">
                  <a:moveTo>
                    <a:pt x="21831" y="0"/>
                  </a:moveTo>
                  <a:lnTo>
                    <a:pt x="11853" y="0"/>
                  </a:lnTo>
                  <a:lnTo>
                    <a:pt x="7769" y="1748"/>
                  </a:lnTo>
                  <a:lnTo>
                    <a:pt x="1560" y="8743"/>
                  </a:lnTo>
                  <a:lnTo>
                    <a:pt x="0" y="13863"/>
                  </a:lnTo>
                  <a:lnTo>
                    <a:pt x="25" y="130613"/>
                  </a:lnTo>
                  <a:lnTo>
                    <a:pt x="1822" y="136257"/>
                  </a:lnTo>
                  <a:lnTo>
                    <a:pt x="8687" y="143786"/>
                  </a:lnTo>
                  <a:lnTo>
                    <a:pt x="13078" y="145660"/>
                  </a:lnTo>
                  <a:lnTo>
                    <a:pt x="24020" y="145660"/>
                  </a:lnTo>
                  <a:lnTo>
                    <a:pt x="28410" y="143786"/>
                  </a:lnTo>
                  <a:lnTo>
                    <a:pt x="35100" y="136257"/>
                  </a:lnTo>
                  <a:lnTo>
                    <a:pt x="36853" y="130613"/>
                  </a:lnTo>
                  <a:lnTo>
                    <a:pt x="36878" y="74667"/>
                  </a:lnTo>
                  <a:lnTo>
                    <a:pt x="37201" y="64841"/>
                  </a:lnTo>
                  <a:lnTo>
                    <a:pt x="37227" y="64038"/>
                  </a:lnTo>
                  <a:lnTo>
                    <a:pt x="38019" y="56993"/>
                  </a:lnTo>
                  <a:lnTo>
                    <a:pt x="38134" y="55968"/>
                  </a:lnTo>
                  <a:lnTo>
                    <a:pt x="38225" y="55160"/>
                  </a:lnTo>
                  <a:lnTo>
                    <a:pt x="38275" y="54720"/>
                  </a:lnTo>
                  <a:lnTo>
                    <a:pt x="40019" y="46714"/>
                  </a:lnTo>
                  <a:lnTo>
                    <a:pt x="65621" y="27946"/>
                  </a:lnTo>
                  <a:lnTo>
                    <a:pt x="202477" y="27946"/>
                  </a:lnTo>
                  <a:lnTo>
                    <a:pt x="200527" y="22564"/>
                  </a:lnTo>
                  <a:lnTo>
                    <a:pt x="200211" y="21915"/>
                  </a:lnTo>
                  <a:lnTo>
                    <a:pt x="34124" y="21915"/>
                  </a:lnTo>
                  <a:lnTo>
                    <a:pt x="34124" y="12722"/>
                  </a:lnTo>
                  <a:lnTo>
                    <a:pt x="32678" y="8743"/>
                  </a:lnTo>
                  <a:lnTo>
                    <a:pt x="32590" y="8499"/>
                  </a:lnTo>
                  <a:lnTo>
                    <a:pt x="32480" y="8198"/>
                  </a:lnTo>
                  <a:lnTo>
                    <a:pt x="26040" y="1748"/>
                  </a:lnTo>
                  <a:lnTo>
                    <a:pt x="26214" y="1748"/>
                  </a:lnTo>
                  <a:lnTo>
                    <a:pt x="21831" y="0"/>
                  </a:lnTo>
                  <a:close/>
                </a:path>
                <a:path w="360044" h="199389" extrusionOk="0">
                  <a:moveTo>
                    <a:pt x="143838" y="27946"/>
                  </a:moveTo>
                  <a:lnTo>
                    <a:pt x="71484" y="27946"/>
                  </a:lnTo>
                  <a:lnTo>
                    <a:pt x="75767" y="29548"/>
                  </a:lnTo>
                  <a:lnTo>
                    <a:pt x="81191" y="35936"/>
                  </a:lnTo>
                  <a:lnTo>
                    <a:pt x="82732" y="39716"/>
                  </a:lnTo>
                  <a:lnTo>
                    <a:pt x="82856" y="40019"/>
                  </a:lnTo>
                  <a:lnTo>
                    <a:pt x="83938" y="48832"/>
                  </a:lnTo>
                  <a:lnTo>
                    <a:pt x="83957" y="48993"/>
                  </a:lnTo>
                  <a:lnTo>
                    <a:pt x="84081" y="49998"/>
                  </a:lnTo>
                  <a:lnTo>
                    <a:pt x="84217" y="53139"/>
                  </a:lnTo>
                  <a:lnTo>
                    <a:pt x="84286" y="54720"/>
                  </a:lnTo>
                  <a:lnTo>
                    <a:pt x="84384" y="130613"/>
                  </a:lnTo>
                  <a:lnTo>
                    <a:pt x="86070" y="136257"/>
                  </a:lnTo>
                  <a:lnTo>
                    <a:pt x="92803" y="143786"/>
                  </a:lnTo>
                  <a:lnTo>
                    <a:pt x="97201" y="145660"/>
                  </a:lnTo>
                  <a:lnTo>
                    <a:pt x="108227" y="145660"/>
                  </a:lnTo>
                  <a:lnTo>
                    <a:pt x="112729" y="143786"/>
                  </a:lnTo>
                  <a:lnTo>
                    <a:pt x="119556" y="136257"/>
                  </a:lnTo>
                  <a:lnTo>
                    <a:pt x="121263" y="130613"/>
                  </a:lnTo>
                  <a:lnTo>
                    <a:pt x="121281" y="74667"/>
                  </a:lnTo>
                  <a:lnTo>
                    <a:pt x="121508" y="64841"/>
                  </a:lnTo>
                  <a:lnTo>
                    <a:pt x="122161" y="56993"/>
                  </a:lnTo>
                  <a:lnTo>
                    <a:pt x="122246" y="55968"/>
                  </a:lnTo>
                  <a:lnTo>
                    <a:pt x="123448" y="48993"/>
                  </a:lnTo>
                  <a:lnTo>
                    <a:pt x="123476" y="48832"/>
                  </a:lnTo>
                  <a:lnTo>
                    <a:pt x="139346" y="29349"/>
                  </a:lnTo>
                  <a:lnTo>
                    <a:pt x="143838" y="27946"/>
                  </a:lnTo>
                  <a:close/>
                </a:path>
                <a:path w="360044" h="199389" extrusionOk="0">
                  <a:moveTo>
                    <a:pt x="202477" y="27946"/>
                  </a:moveTo>
                  <a:lnTo>
                    <a:pt x="154424" y="27946"/>
                  </a:lnTo>
                  <a:lnTo>
                    <a:pt x="158820" y="29548"/>
                  </a:lnTo>
                  <a:lnTo>
                    <a:pt x="163880" y="35068"/>
                  </a:lnTo>
                  <a:lnTo>
                    <a:pt x="168010" y="130613"/>
                  </a:lnTo>
                  <a:lnTo>
                    <a:pt x="169807" y="136257"/>
                  </a:lnTo>
                  <a:lnTo>
                    <a:pt x="176671" y="143786"/>
                  </a:lnTo>
                  <a:lnTo>
                    <a:pt x="181062" y="145660"/>
                  </a:lnTo>
                  <a:lnTo>
                    <a:pt x="192088" y="145660"/>
                  </a:lnTo>
                  <a:lnTo>
                    <a:pt x="196590" y="143786"/>
                  </a:lnTo>
                  <a:lnTo>
                    <a:pt x="203417" y="136257"/>
                  </a:lnTo>
                  <a:lnTo>
                    <a:pt x="205124" y="130613"/>
                  </a:lnTo>
                  <a:lnTo>
                    <a:pt x="204997" y="48832"/>
                  </a:lnTo>
                  <a:lnTo>
                    <a:pt x="204935" y="46714"/>
                  </a:lnTo>
                  <a:lnTo>
                    <a:pt x="204838" y="43433"/>
                  </a:lnTo>
                  <a:lnTo>
                    <a:pt x="204066" y="35936"/>
                  </a:lnTo>
                  <a:lnTo>
                    <a:pt x="203976" y="35068"/>
                  </a:lnTo>
                  <a:lnTo>
                    <a:pt x="202660" y="28702"/>
                  </a:lnTo>
                  <a:lnTo>
                    <a:pt x="202540" y="28121"/>
                  </a:lnTo>
                  <a:lnTo>
                    <a:pt x="202477" y="27946"/>
                  </a:lnTo>
                  <a:close/>
                </a:path>
                <a:path w="360044" h="199389" extrusionOk="0">
                  <a:moveTo>
                    <a:pt x="86698" y="261"/>
                  </a:moveTo>
                  <a:lnTo>
                    <a:pt x="69034" y="261"/>
                  </a:lnTo>
                  <a:lnTo>
                    <a:pt x="62339" y="1748"/>
                  </a:lnTo>
                  <a:lnTo>
                    <a:pt x="34124" y="21915"/>
                  </a:lnTo>
                  <a:lnTo>
                    <a:pt x="116928" y="21915"/>
                  </a:lnTo>
                  <a:lnTo>
                    <a:pt x="112729" y="14648"/>
                  </a:lnTo>
                  <a:lnTo>
                    <a:pt x="107399" y="9224"/>
                  </a:lnTo>
                  <a:lnTo>
                    <a:pt x="94447" y="2052"/>
                  </a:lnTo>
                  <a:lnTo>
                    <a:pt x="86698" y="261"/>
                  </a:lnTo>
                  <a:close/>
                </a:path>
                <a:path w="360044" h="199389" extrusionOk="0">
                  <a:moveTo>
                    <a:pt x="159324" y="261"/>
                  </a:moveTo>
                  <a:lnTo>
                    <a:pt x="150927" y="261"/>
                  </a:lnTo>
                  <a:lnTo>
                    <a:pt x="143221" y="2052"/>
                  </a:lnTo>
                  <a:lnTo>
                    <a:pt x="116928" y="21915"/>
                  </a:lnTo>
                  <a:lnTo>
                    <a:pt x="200211" y="21915"/>
                  </a:lnTo>
                  <a:lnTo>
                    <a:pt x="173161" y="1748"/>
                  </a:lnTo>
                  <a:lnTo>
                    <a:pt x="173289" y="1748"/>
                  </a:lnTo>
                  <a:lnTo>
                    <a:pt x="166416" y="621"/>
                  </a:lnTo>
                  <a:lnTo>
                    <a:pt x="159324" y="261"/>
                  </a:lnTo>
                  <a:close/>
                </a:path>
                <a:path w="360044" h="199389" extrusionOk="0">
                  <a:moveTo>
                    <a:pt x="240778" y="170078"/>
                  </a:moveTo>
                  <a:lnTo>
                    <a:pt x="233950" y="170078"/>
                  </a:lnTo>
                  <a:lnTo>
                    <a:pt x="230254" y="171188"/>
                  </a:lnTo>
                  <a:lnTo>
                    <a:pt x="225270" y="175649"/>
                  </a:lnTo>
                  <a:lnTo>
                    <a:pt x="224024" y="178821"/>
                  </a:lnTo>
                  <a:lnTo>
                    <a:pt x="224024" y="188968"/>
                  </a:lnTo>
                  <a:lnTo>
                    <a:pt x="226642" y="193125"/>
                  </a:lnTo>
                  <a:lnTo>
                    <a:pt x="237144" y="197679"/>
                  </a:lnTo>
                  <a:lnTo>
                    <a:pt x="245018" y="198810"/>
                  </a:lnTo>
                  <a:lnTo>
                    <a:pt x="255521" y="198810"/>
                  </a:lnTo>
                  <a:lnTo>
                    <a:pt x="263173" y="198504"/>
                  </a:lnTo>
                  <a:lnTo>
                    <a:pt x="269291" y="197679"/>
                  </a:lnTo>
                  <a:lnTo>
                    <a:pt x="269627" y="197679"/>
                  </a:lnTo>
                  <a:lnTo>
                    <a:pt x="300915" y="171649"/>
                  </a:lnTo>
                  <a:lnTo>
                    <a:pt x="248735" y="171649"/>
                  </a:lnTo>
                  <a:lnTo>
                    <a:pt x="246767" y="171387"/>
                  </a:lnTo>
                  <a:lnTo>
                    <a:pt x="244495" y="170863"/>
                  </a:lnTo>
                  <a:lnTo>
                    <a:pt x="242652" y="170340"/>
                  </a:lnTo>
                  <a:lnTo>
                    <a:pt x="240778" y="170078"/>
                  </a:lnTo>
                  <a:close/>
                </a:path>
                <a:path w="360044" h="199389" extrusionOk="0">
                  <a:moveTo>
                    <a:pt x="250704" y="0"/>
                  </a:moveTo>
                  <a:lnTo>
                    <a:pt x="242568" y="0"/>
                  </a:lnTo>
                  <a:lnTo>
                    <a:pt x="239699" y="785"/>
                  </a:lnTo>
                  <a:lnTo>
                    <a:pt x="234191" y="3926"/>
                  </a:lnTo>
                  <a:lnTo>
                    <a:pt x="232024" y="6031"/>
                  </a:lnTo>
                  <a:lnTo>
                    <a:pt x="228872" y="11277"/>
                  </a:lnTo>
                  <a:lnTo>
                    <a:pt x="228087" y="14125"/>
                  </a:lnTo>
                  <a:lnTo>
                    <a:pt x="228087" y="20072"/>
                  </a:lnTo>
                  <a:lnTo>
                    <a:pt x="229448" y="24711"/>
                  </a:lnTo>
                  <a:lnTo>
                    <a:pt x="232160" y="31098"/>
                  </a:lnTo>
                  <a:lnTo>
                    <a:pt x="276253" y="142121"/>
                  </a:lnTo>
                  <a:lnTo>
                    <a:pt x="254505" y="171649"/>
                  </a:lnTo>
                  <a:lnTo>
                    <a:pt x="300915" y="171649"/>
                  </a:lnTo>
                  <a:lnTo>
                    <a:pt x="302304" y="168860"/>
                  </a:lnTo>
                  <a:lnTo>
                    <a:pt x="305273" y="162093"/>
                  </a:lnTo>
                  <a:lnTo>
                    <a:pt x="308273" y="154456"/>
                  </a:lnTo>
                  <a:lnTo>
                    <a:pt x="326320" y="107211"/>
                  </a:lnTo>
                  <a:lnTo>
                    <a:pt x="294493" y="107211"/>
                  </a:lnTo>
                  <a:lnTo>
                    <a:pt x="264180" y="19025"/>
                  </a:lnTo>
                  <a:lnTo>
                    <a:pt x="262314" y="13339"/>
                  </a:lnTo>
                  <a:lnTo>
                    <a:pt x="262214" y="13036"/>
                  </a:lnTo>
                  <a:lnTo>
                    <a:pt x="262170" y="12900"/>
                  </a:lnTo>
                  <a:lnTo>
                    <a:pt x="259845" y="8198"/>
                  </a:lnTo>
                  <a:lnTo>
                    <a:pt x="254599" y="1633"/>
                  </a:lnTo>
                  <a:lnTo>
                    <a:pt x="250704" y="0"/>
                  </a:lnTo>
                  <a:close/>
                </a:path>
                <a:path w="360044" h="199389" extrusionOk="0">
                  <a:moveTo>
                    <a:pt x="349414" y="785"/>
                  </a:moveTo>
                  <a:lnTo>
                    <a:pt x="337085" y="785"/>
                  </a:lnTo>
                  <a:lnTo>
                    <a:pt x="333183" y="3277"/>
                  </a:lnTo>
                  <a:lnTo>
                    <a:pt x="331235" y="5811"/>
                  </a:lnTo>
                  <a:lnTo>
                    <a:pt x="327560" y="13339"/>
                  </a:lnTo>
                  <a:lnTo>
                    <a:pt x="325508" y="18543"/>
                  </a:lnTo>
                  <a:lnTo>
                    <a:pt x="323236" y="25192"/>
                  </a:lnTo>
                  <a:lnTo>
                    <a:pt x="294493" y="107211"/>
                  </a:lnTo>
                  <a:lnTo>
                    <a:pt x="326320" y="107211"/>
                  </a:lnTo>
                  <a:lnTo>
                    <a:pt x="354994" y="32145"/>
                  </a:lnTo>
                  <a:lnTo>
                    <a:pt x="359591" y="15737"/>
                  </a:lnTo>
                  <a:lnTo>
                    <a:pt x="359555" y="12900"/>
                  </a:lnTo>
                  <a:lnTo>
                    <a:pt x="358910" y="10449"/>
                  </a:lnTo>
                  <a:lnTo>
                    <a:pt x="356198" y="5549"/>
                  </a:lnTo>
                  <a:lnTo>
                    <a:pt x="354271" y="3601"/>
                  </a:lnTo>
                  <a:lnTo>
                    <a:pt x="349414" y="785"/>
                  </a:lnTo>
                  <a:close/>
                </a:path>
                <a:path w="360044" h="199389" extrusionOk="0">
                  <a:moveTo>
                    <a:pt x="346680" y="0"/>
                  </a:moveTo>
                  <a:lnTo>
                    <a:pt x="340209" y="0"/>
                  </a:lnTo>
                  <a:lnTo>
                    <a:pt x="336688" y="785"/>
                  </a:lnTo>
                  <a:lnTo>
                    <a:pt x="349556" y="785"/>
                  </a:lnTo>
                  <a:lnTo>
                    <a:pt x="346680" y="0"/>
                  </a:lnTo>
                  <a:close/>
                </a:path>
              </a:pathLst>
            </a:custGeom>
            <a:solidFill>
              <a:srgbClr val="008891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87" name="object 87"/>
            <p:cNvPicPr/>
            <p:nvPr/>
          </p:nvPicPr>
          <p:blipFill rotWithShape="1">
            <a:blip r:embed="rId8"/>
            <a:stretch/>
          </p:blipFill>
          <p:spPr bwMode="auto">
            <a:xfrm>
              <a:off x="18057041" y="3298328"/>
              <a:ext cx="1233156" cy="1804960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 rotWithShape="1">
            <a:blip r:embed="rId9"/>
            <a:stretch/>
          </p:blipFill>
          <p:spPr bwMode="auto">
            <a:xfrm>
              <a:off x="19655801" y="4108363"/>
              <a:ext cx="121839" cy="121828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 rotWithShape="1">
            <a:blip r:embed="rId10"/>
            <a:stretch/>
          </p:blipFill>
          <p:spPr bwMode="auto">
            <a:xfrm>
              <a:off x="19527006" y="4609124"/>
              <a:ext cx="121839" cy="121839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 bwMode="auto">
            <a:xfrm>
              <a:off x="20061683" y="4470845"/>
              <a:ext cx="42545" cy="114935"/>
            </a:xfrm>
            <a:custGeom>
              <a:avLst/>
              <a:gdLst/>
              <a:ahLst/>
              <a:cxnLst/>
              <a:rect l="l" t="t" r="r" b="b"/>
              <a:pathLst>
                <a:path w="42544" h="114935" extrusionOk="0">
                  <a:moveTo>
                    <a:pt x="42414" y="0"/>
                  </a:moveTo>
                  <a:lnTo>
                    <a:pt x="37207" y="1050"/>
                  </a:lnTo>
                  <a:lnTo>
                    <a:pt x="17843" y="14103"/>
                  </a:lnTo>
                  <a:lnTo>
                    <a:pt x="4787" y="33463"/>
                  </a:lnTo>
                  <a:lnTo>
                    <a:pt x="0" y="57174"/>
                  </a:lnTo>
                  <a:lnTo>
                    <a:pt x="4787" y="80885"/>
                  </a:lnTo>
                  <a:lnTo>
                    <a:pt x="17843" y="100249"/>
                  </a:lnTo>
                  <a:lnTo>
                    <a:pt x="37207" y="113305"/>
                  </a:lnTo>
                  <a:lnTo>
                    <a:pt x="42414" y="114357"/>
                  </a:lnTo>
                  <a:lnTo>
                    <a:pt x="42414" y="0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91" name="object 91"/>
            <p:cNvSpPr/>
            <p:nvPr/>
          </p:nvSpPr>
          <p:spPr bwMode="auto">
            <a:xfrm>
              <a:off x="19562689" y="4416963"/>
              <a:ext cx="306705" cy="299720"/>
            </a:xfrm>
            <a:custGeom>
              <a:avLst/>
              <a:gdLst/>
              <a:ahLst/>
              <a:cxnLst/>
              <a:rect l="l" t="t" r="r" b="b"/>
              <a:pathLst>
                <a:path w="306705" h="299720" extrusionOk="0">
                  <a:moveTo>
                    <a:pt x="3811" y="0"/>
                  </a:moveTo>
                  <a:lnTo>
                    <a:pt x="2146" y="10932"/>
                  </a:lnTo>
                  <a:lnTo>
                    <a:pt x="955" y="21967"/>
                  </a:lnTo>
                  <a:lnTo>
                    <a:pt x="239" y="33065"/>
                  </a:lnTo>
                  <a:lnTo>
                    <a:pt x="0" y="44187"/>
                  </a:lnTo>
                  <a:lnTo>
                    <a:pt x="4090" y="89837"/>
                  </a:lnTo>
                  <a:lnTo>
                    <a:pt x="15882" y="132839"/>
                  </a:lnTo>
                  <a:lnTo>
                    <a:pt x="34656" y="172474"/>
                  </a:lnTo>
                  <a:lnTo>
                    <a:pt x="59695" y="208024"/>
                  </a:lnTo>
                  <a:lnTo>
                    <a:pt x="90279" y="238770"/>
                  </a:lnTo>
                  <a:lnTo>
                    <a:pt x="125690" y="263993"/>
                  </a:lnTo>
                  <a:lnTo>
                    <a:pt x="165210" y="282975"/>
                  </a:lnTo>
                  <a:lnTo>
                    <a:pt x="208119" y="294997"/>
                  </a:lnTo>
                  <a:lnTo>
                    <a:pt x="253699" y="299341"/>
                  </a:lnTo>
                  <a:lnTo>
                    <a:pt x="269094" y="298967"/>
                  </a:lnTo>
                  <a:lnTo>
                    <a:pt x="281547" y="297989"/>
                  </a:lnTo>
                  <a:lnTo>
                    <a:pt x="293916" y="296412"/>
                  </a:lnTo>
                  <a:lnTo>
                    <a:pt x="306158" y="294242"/>
                  </a:lnTo>
                  <a:lnTo>
                    <a:pt x="296085" y="244652"/>
                  </a:lnTo>
                  <a:lnTo>
                    <a:pt x="285982" y="246434"/>
                  </a:lnTo>
                  <a:lnTo>
                    <a:pt x="275769" y="247711"/>
                  </a:lnTo>
                  <a:lnTo>
                    <a:pt x="265481" y="248479"/>
                  </a:lnTo>
                  <a:lnTo>
                    <a:pt x="255154" y="248735"/>
                  </a:lnTo>
                  <a:lnTo>
                    <a:pt x="208309" y="243324"/>
                  </a:lnTo>
                  <a:lnTo>
                    <a:pt x="165276" y="227914"/>
                  </a:lnTo>
                  <a:lnTo>
                    <a:pt x="127293" y="203743"/>
                  </a:lnTo>
                  <a:lnTo>
                    <a:pt x="95598" y="172047"/>
                  </a:lnTo>
                  <a:lnTo>
                    <a:pt x="71427" y="134065"/>
                  </a:lnTo>
                  <a:lnTo>
                    <a:pt x="56017" y="91032"/>
                  </a:lnTo>
                  <a:lnTo>
                    <a:pt x="50605" y="44187"/>
                  </a:lnTo>
                  <a:lnTo>
                    <a:pt x="50797" y="35251"/>
                  </a:lnTo>
                  <a:lnTo>
                    <a:pt x="51372" y="26339"/>
                  </a:lnTo>
                  <a:lnTo>
                    <a:pt x="52328" y="17482"/>
                  </a:lnTo>
                  <a:lnTo>
                    <a:pt x="53663" y="8711"/>
                  </a:lnTo>
                  <a:lnTo>
                    <a:pt x="3811" y="0"/>
                  </a:lnTo>
                  <a:close/>
                </a:path>
              </a:pathLst>
            </a:custGeom>
            <a:solidFill>
              <a:srgbClr val="008891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92" name="object 92"/>
            <p:cNvSpPr/>
            <p:nvPr/>
          </p:nvSpPr>
          <p:spPr bwMode="auto">
            <a:xfrm>
              <a:off x="19575701" y="4206003"/>
              <a:ext cx="393700" cy="190500"/>
            </a:xfrm>
            <a:custGeom>
              <a:avLst/>
              <a:gdLst/>
              <a:ahLst/>
              <a:cxnLst/>
              <a:rect l="l" t="t" r="r" b="b"/>
              <a:pathLst>
                <a:path w="393700" h="190500" extrusionOk="0">
                  <a:moveTo>
                    <a:pt x="242139" y="0"/>
                  </a:moveTo>
                  <a:lnTo>
                    <a:pt x="195889" y="4189"/>
                  </a:lnTo>
                  <a:lnTo>
                    <a:pt x="152074" y="16338"/>
                  </a:lnTo>
                  <a:lnTo>
                    <a:pt x="111564" y="35819"/>
                  </a:lnTo>
                  <a:lnTo>
                    <a:pt x="75231" y="62005"/>
                  </a:lnTo>
                  <a:lnTo>
                    <a:pt x="43946" y="94266"/>
                  </a:lnTo>
                  <a:lnTo>
                    <a:pt x="18578" y="131977"/>
                  </a:lnTo>
                  <a:lnTo>
                    <a:pt x="0" y="174507"/>
                  </a:lnTo>
                  <a:lnTo>
                    <a:pt x="48009" y="190486"/>
                  </a:lnTo>
                  <a:lnTo>
                    <a:pt x="70425" y="143812"/>
                  </a:lnTo>
                  <a:lnTo>
                    <a:pt x="102961" y="105106"/>
                  </a:lnTo>
                  <a:lnTo>
                    <a:pt x="143702" y="75748"/>
                  </a:lnTo>
                  <a:lnTo>
                    <a:pt x="190733" y="57121"/>
                  </a:lnTo>
                  <a:lnTo>
                    <a:pt x="242139" y="50605"/>
                  </a:lnTo>
                  <a:lnTo>
                    <a:pt x="274720" y="53166"/>
                  </a:lnTo>
                  <a:lnTo>
                    <a:pt x="306087" y="60756"/>
                  </a:lnTo>
                  <a:lnTo>
                    <a:pt x="335817" y="73236"/>
                  </a:lnTo>
                  <a:lnTo>
                    <a:pt x="363486" y="90468"/>
                  </a:lnTo>
                  <a:lnTo>
                    <a:pt x="393548" y="49757"/>
                  </a:lnTo>
                  <a:lnTo>
                    <a:pt x="359017" y="28249"/>
                  </a:lnTo>
                  <a:lnTo>
                    <a:pt x="321919" y="12671"/>
                  </a:lnTo>
                  <a:lnTo>
                    <a:pt x="282783" y="3196"/>
                  </a:lnTo>
                  <a:lnTo>
                    <a:pt x="242139" y="0"/>
                  </a:lnTo>
                  <a:close/>
                </a:path>
              </a:pathLst>
            </a:custGeom>
            <a:solidFill>
              <a:srgbClr val="02225E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93" name="object 93"/>
            <p:cNvSpPr/>
            <p:nvPr/>
          </p:nvSpPr>
          <p:spPr bwMode="auto">
            <a:xfrm>
              <a:off x="19886685" y="4281958"/>
              <a:ext cx="186690" cy="419734"/>
            </a:xfrm>
            <a:custGeom>
              <a:avLst/>
              <a:gdLst/>
              <a:ahLst/>
              <a:cxnLst/>
              <a:rect l="l" t="t" r="r" b="b"/>
              <a:pathLst>
                <a:path w="186690" h="419735" extrusionOk="0">
                  <a:moveTo>
                    <a:pt x="112792" y="0"/>
                  </a:moveTo>
                  <a:lnTo>
                    <a:pt x="76762" y="35538"/>
                  </a:lnTo>
                  <a:lnTo>
                    <a:pt x="102006" y="66625"/>
                  </a:lnTo>
                  <a:lnTo>
                    <a:pt x="120485" y="101517"/>
                  </a:lnTo>
                  <a:lnTo>
                    <a:pt x="131838" y="139335"/>
                  </a:lnTo>
                  <a:lnTo>
                    <a:pt x="135702" y="179198"/>
                  </a:lnTo>
                  <a:lnTo>
                    <a:pt x="129381" y="229567"/>
                  </a:lnTo>
                  <a:lnTo>
                    <a:pt x="111312" y="275921"/>
                  </a:lnTo>
                  <a:lnTo>
                    <a:pt x="82832" y="316358"/>
                  </a:lnTo>
                  <a:lnTo>
                    <a:pt x="45282" y="348976"/>
                  </a:lnTo>
                  <a:lnTo>
                    <a:pt x="0" y="371873"/>
                  </a:lnTo>
                  <a:lnTo>
                    <a:pt x="17025" y="419526"/>
                  </a:lnTo>
                  <a:lnTo>
                    <a:pt x="58284" y="400467"/>
                  </a:lnTo>
                  <a:lnTo>
                    <a:pt x="94866" y="374876"/>
                  </a:lnTo>
                  <a:lnTo>
                    <a:pt x="126161" y="343618"/>
                  </a:lnTo>
                  <a:lnTo>
                    <a:pt x="151562" y="307556"/>
                  </a:lnTo>
                  <a:lnTo>
                    <a:pt x="170459" y="267556"/>
                  </a:lnTo>
                  <a:lnTo>
                    <a:pt x="182244" y="224482"/>
                  </a:lnTo>
                  <a:lnTo>
                    <a:pt x="186308" y="179198"/>
                  </a:lnTo>
                  <a:lnTo>
                    <a:pt x="181487" y="129471"/>
                  </a:lnTo>
                  <a:lnTo>
                    <a:pt x="167326" y="82295"/>
                  </a:lnTo>
                  <a:lnTo>
                    <a:pt x="144276" y="38772"/>
                  </a:lnTo>
                  <a:lnTo>
                    <a:pt x="112792" y="0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94" name="object 94"/>
            <p:cNvSpPr/>
            <p:nvPr/>
          </p:nvSpPr>
          <p:spPr bwMode="auto">
            <a:xfrm>
              <a:off x="19532219" y="4759602"/>
              <a:ext cx="572135" cy="120014"/>
            </a:xfrm>
            <a:custGeom>
              <a:avLst/>
              <a:gdLst/>
              <a:ahLst/>
              <a:cxnLst/>
              <a:rect l="l" t="t" r="r" b="b"/>
              <a:pathLst>
                <a:path w="572134" h="120014" extrusionOk="0">
                  <a:moveTo>
                    <a:pt x="54699" y="1706"/>
                  </a:moveTo>
                  <a:lnTo>
                    <a:pt x="36208" y="1706"/>
                  </a:lnTo>
                  <a:lnTo>
                    <a:pt x="28166" y="3643"/>
                  </a:lnTo>
                  <a:lnTo>
                    <a:pt x="1388" y="35815"/>
                  </a:lnTo>
                  <a:lnTo>
                    <a:pt x="0" y="49412"/>
                  </a:lnTo>
                  <a:lnTo>
                    <a:pt x="347" y="56442"/>
                  </a:lnTo>
                  <a:lnTo>
                    <a:pt x="28166" y="95285"/>
                  </a:lnTo>
                  <a:lnTo>
                    <a:pt x="36208" y="97243"/>
                  </a:lnTo>
                  <a:lnTo>
                    <a:pt x="54699" y="97243"/>
                  </a:lnTo>
                  <a:lnTo>
                    <a:pt x="62741" y="95285"/>
                  </a:lnTo>
                  <a:lnTo>
                    <a:pt x="76395" y="87442"/>
                  </a:lnTo>
                  <a:lnTo>
                    <a:pt x="81662" y="81892"/>
                  </a:lnTo>
                  <a:lnTo>
                    <a:pt x="81991" y="81254"/>
                  </a:lnTo>
                  <a:lnTo>
                    <a:pt x="37705" y="81254"/>
                  </a:lnTo>
                  <a:lnTo>
                    <a:pt x="31622" y="78521"/>
                  </a:lnTo>
                  <a:lnTo>
                    <a:pt x="22816" y="67600"/>
                  </a:lnTo>
                  <a:lnTo>
                    <a:pt x="20617" y="59715"/>
                  </a:lnTo>
                  <a:lnTo>
                    <a:pt x="20617" y="39108"/>
                  </a:lnTo>
                  <a:lnTo>
                    <a:pt x="22795" y="31245"/>
                  </a:lnTo>
                  <a:lnTo>
                    <a:pt x="31517" y="20407"/>
                  </a:lnTo>
                  <a:lnTo>
                    <a:pt x="37611" y="17695"/>
                  </a:lnTo>
                  <a:lnTo>
                    <a:pt x="82056" y="17695"/>
                  </a:lnTo>
                  <a:lnTo>
                    <a:pt x="81662" y="16931"/>
                  </a:lnTo>
                  <a:lnTo>
                    <a:pt x="76395" y="11402"/>
                  </a:lnTo>
                  <a:lnTo>
                    <a:pt x="62741" y="3643"/>
                  </a:lnTo>
                  <a:lnTo>
                    <a:pt x="54699" y="1706"/>
                  </a:lnTo>
                  <a:close/>
                </a:path>
                <a:path w="572134" h="120014" extrusionOk="0">
                  <a:moveTo>
                    <a:pt x="82056" y="17695"/>
                  </a:moveTo>
                  <a:lnTo>
                    <a:pt x="53296" y="17695"/>
                  </a:lnTo>
                  <a:lnTo>
                    <a:pt x="59411" y="20407"/>
                  </a:lnTo>
                  <a:lnTo>
                    <a:pt x="68228" y="31245"/>
                  </a:lnTo>
                  <a:lnTo>
                    <a:pt x="70427" y="39108"/>
                  </a:lnTo>
                  <a:lnTo>
                    <a:pt x="70427" y="59715"/>
                  </a:lnTo>
                  <a:lnTo>
                    <a:pt x="68196" y="67600"/>
                  </a:lnTo>
                  <a:lnTo>
                    <a:pt x="59307" y="78521"/>
                  </a:lnTo>
                  <a:lnTo>
                    <a:pt x="53202" y="81254"/>
                  </a:lnTo>
                  <a:lnTo>
                    <a:pt x="81991" y="81254"/>
                  </a:lnTo>
                  <a:lnTo>
                    <a:pt x="90908" y="49412"/>
                  </a:lnTo>
                  <a:lnTo>
                    <a:pt x="90560" y="42377"/>
                  </a:lnTo>
                  <a:lnTo>
                    <a:pt x="89519" y="35815"/>
                  </a:lnTo>
                  <a:lnTo>
                    <a:pt x="87785" y="29725"/>
                  </a:lnTo>
                  <a:lnTo>
                    <a:pt x="85358" y="24103"/>
                  </a:lnTo>
                  <a:lnTo>
                    <a:pt x="82056" y="17695"/>
                  </a:lnTo>
                  <a:close/>
                </a:path>
                <a:path w="572134" h="120014" extrusionOk="0">
                  <a:moveTo>
                    <a:pt x="124729" y="31171"/>
                  </a:moveTo>
                  <a:lnTo>
                    <a:pt x="105043" y="31171"/>
                  </a:lnTo>
                  <a:lnTo>
                    <a:pt x="105043" y="119839"/>
                  </a:lnTo>
                  <a:lnTo>
                    <a:pt x="125001" y="119839"/>
                  </a:lnTo>
                  <a:lnTo>
                    <a:pt x="125001" y="86803"/>
                  </a:lnTo>
                  <a:lnTo>
                    <a:pt x="167465" y="86803"/>
                  </a:lnTo>
                  <a:lnTo>
                    <a:pt x="167827" y="86384"/>
                  </a:lnTo>
                  <a:lnTo>
                    <a:pt x="169968" y="81913"/>
                  </a:lnTo>
                  <a:lnTo>
                    <a:pt x="134728" y="81913"/>
                  </a:lnTo>
                  <a:lnTo>
                    <a:pt x="131210" y="80353"/>
                  </a:lnTo>
                  <a:lnTo>
                    <a:pt x="127895" y="76259"/>
                  </a:lnTo>
                  <a:lnTo>
                    <a:pt x="126006" y="73882"/>
                  </a:lnTo>
                  <a:lnTo>
                    <a:pt x="124802" y="69579"/>
                  </a:lnTo>
                  <a:lnTo>
                    <a:pt x="124851" y="56982"/>
                  </a:lnTo>
                  <a:lnTo>
                    <a:pt x="125945" y="53045"/>
                  </a:lnTo>
                  <a:lnTo>
                    <a:pt x="126006" y="52825"/>
                  </a:lnTo>
                  <a:lnTo>
                    <a:pt x="131083" y="46438"/>
                  </a:lnTo>
                  <a:lnTo>
                    <a:pt x="134728" y="44783"/>
                  </a:lnTo>
                  <a:lnTo>
                    <a:pt x="169722" y="44783"/>
                  </a:lnTo>
                  <a:lnTo>
                    <a:pt x="167827" y="40752"/>
                  </a:lnTo>
                  <a:lnTo>
                    <a:pt x="167437" y="40291"/>
                  </a:lnTo>
                  <a:lnTo>
                    <a:pt x="124729" y="40291"/>
                  </a:lnTo>
                  <a:lnTo>
                    <a:pt x="124729" y="31171"/>
                  </a:lnTo>
                  <a:close/>
                </a:path>
                <a:path w="572134" h="120014" extrusionOk="0">
                  <a:moveTo>
                    <a:pt x="167465" y="86803"/>
                  </a:moveTo>
                  <a:lnTo>
                    <a:pt x="125001" y="86803"/>
                  </a:lnTo>
                  <a:lnTo>
                    <a:pt x="126938" y="90060"/>
                  </a:lnTo>
                  <a:lnTo>
                    <a:pt x="129692" y="92594"/>
                  </a:lnTo>
                  <a:lnTo>
                    <a:pt x="136823" y="96206"/>
                  </a:lnTo>
                  <a:lnTo>
                    <a:pt x="140812" y="97106"/>
                  </a:lnTo>
                  <a:lnTo>
                    <a:pt x="150854" y="97106"/>
                  </a:lnTo>
                  <a:lnTo>
                    <a:pt x="155827" y="95745"/>
                  </a:lnTo>
                  <a:lnTo>
                    <a:pt x="164455" y="90290"/>
                  </a:lnTo>
                  <a:lnTo>
                    <a:pt x="167465" y="86803"/>
                  </a:lnTo>
                  <a:close/>
                </a:path>
                <a:path w="572134" h="120014" extrusionOk="0">
                  <a:moveTo>
                    <a:pt x="169722" y="44783"/>
                  </a:moveTo>
                  <a:lnTo>
                    <a:pt x="144068" y="44783"/>
                  </a:lnTo>
                  <a:lnTo>
                    <a:pt x="147681" y="46438"/>
                  </a:lnTo>
                  <a:lnTo>
                    <a:pt x="152791" y="53045"/>
                  </a:lnTo>
                  <a:lnTo>
                    <a:pt x="153872" y="56982"/>
                  </a:lnTo>
                  <a:lnTo>
                    <a:pt x="153993" y="57422"/>
                  </a:lnTo>
                  <a:lnTo>
                    <a:pt x="154068" y="69579"/>
                  </a:lnTo>
                  <a:lnTo>
                    <a:pt x="152853" y="73882"/>
                  </a:lnTo>
                  <a:lnTo>
                    <a:pt x="152791" y="74102"/>
                  </a:lnTo>
                  <a:lnTo>
                    <a:pt x="147681" y="80353"/>
                  </a:lnTo>
                  <a:lnTo>
                    <a:pt x="144068" y="81913"/>
                  </a:lnTo>
                  <a:lnTo>
                    <a:pt x="169968" y="81913"/>
                  </a:lnTo>
                  <a:lnTo>
                    <a:pt x="172675" y="76259"/>
                  </a:lnTo>
                  <a:lnTo>
                    <a:pt x="173889" y="70374"/>
                  </a:lnTo>
                  <a:lnTo>
                    <a:pt x="173889" y="56982"/>
                  </a:lnTo>
                  <a:lnTo>
                    <a:pt x="172675" y="51066"/>
                  </a:lnTo>
                  <a:lnTo>
                    <a:pt x="169722" y="44783"/>
                  </a:lnTo>
                  <a:close/>
                </a:path>
                <a:path w="572134" h="120014" extrusionOk="0">
                  <a:moveTo>
                    <a:pt x="150759" y="29590"/>
                  </a:moveTo>
                  <a:lnTo>
                    <a:pt x="140718" y="29590"/>
                  </a:lnTo>
                  <a:lnTo>
                    <a:pt x="136665" y="30533"/>
                  </a:lnTo>
                  <a:lnTo>
                    <a:pt x="129441" y="34323"/>
                  </a:lnTo>
                  <a:lnTo>
                    <a:pt x="126666" y="36941"/>
                  </a:lnTo>
                  <a:lnTo>
                    <a:pt x="124729" y="40291"/>
                  </a:lnTo>
                  <a:lnTo>
                    <a:pt x="167437" y="40291"/>
                  </a:lnTo>
                  <a:lnTo>
                    <a:pt x="164445" y="36752"/>
                  </a:lnTo>
                  <a:lnTo>
                    <a:pt x="155723" y="31025"/>
                  </a:lnTo>
                  <a:lnTo>
                    <a:pt x="150759" y="29590"/>
                  </a:lnTo>
                  <a:close/>
                </a:path>
                <a:path w="572134" h="120014" extrusionOk="0">
                  <a:moveTo>
                    <a:pt x="223919" y="29590"/>
                  </a:moveTo>
                  <a:lnTo>
                    <a:pt x="208684" y="29590"/>
                  </a:lnTo>
                  <a:lnTo>
                    <a:pt x="203177" y="31025"/>
                  </a:lnTo>
                  <a:lnTo>
                    <a:pt x="193481" y="36752"/>
                  </a:lnTo>
                  <a:lnTo>
                    <a:pt x="189701" y="40731"/>
                  </a:lnTo>
                  <a:lnTo>
                    <a:pt x="184235" y="50951"/>
                  </a:lnTo>
                  <a:lnTo>
                    <a:pt x="182874" y="56804"/>
                  </a:lnTo>
                  <a:lnTo>
                    <a:pt x="182874" y="63411"/>
                  </a:lnTo>
                  <a:lnTo>
                    <a:pt x="210391" y="96541"/>
                  </a:lnTo>
                  <a:lnTo>
                    <a:pt x="218150" y="97106"/>
                  </a:lnTo>
                  <a:lnTo>
                    <a:pt x="222726" y="97106"/>
                  </a:lnTo>
                  <a:lnTo>
                    <a:pt x="227291" y="96405"/>
                  </a:lnTo>
                  <a:lnTo>
                    <a:pt x="236359" y="93588"/>
                  </a:lnTo>
                  <a:lnTo>
                    <a:pt x="240223" y="91651"/>
                  </a:lnTo>
                  <a:lnTo>
                    <a:pt x="243385" y="89180"/>
                  </a:lnTo>
                  <a:lnTo>
                    <a:pt x="240614" y="82175"/>
                  </a:lnTo>
                  <a:lnTo>
                    <a:pt x="213972" y="82175"/>
                  </a:lnTo>
                  <a:lnTo>
                    <a:pt x="210025" y="81013"/>
                  </a:lnTo>
                  <a:lnTo>
                    <a:pt x="204475" y="76343"/>
                  </a:lnTo>
                  <a:lnTo>
                    <a:pt x="202779" y="72584"/>
                  </a:lnTo>
                  <a:lnTo>
                    <a:pt x="202161" y="67380"/>
                  </a:lnTo>
                  <a:lnTo>
                    <a:pt x="244442" y="67380"/>
                  </a:lnTo>
                  <a:lnTo>
                    <a:pt x="244442" y="57474"/>
                  </a:lnTo>
                  <a:lnTo>
                    <a:pt x="202161" y="57474"/>
                  </a:lnTo>
                  <a:lnTo>
                    <a:pt x="202695" y="52888"/>
                  </a:lnTo>
                  <a:lnTo>
                    <a:pt x="204077" y="49391"/>
                  </a:lnTo>
                  <a:lnTo>
                    <a:pt x="208569" y="44543"/>
                  </a:lnTo>
                  <a:lnTo>
                    <a:pt x="211585" y="43328"/>
                  </a:lnTo>
                  <a:lnTo>
                    <a:pt x="240865" y="43328"/>
                  </a:lnTo>
                  <a:lnTo>
                    <a:pt x="231123" y="32543"/>
                  </a:lnTo>
                  <a:lnTo>
                    <a:pt x="223919" y="29590"/>
                  </a:lnTo>
                  <a:close/>
                </a:path>
                <a:path w="572134" h="120014" extrusionOk="0">
                  <a:moveTo>
                    <a:pt x="238107" y="75840"/>
                  </a:moveTo>
                  <a:lnTo>
                    <a:pt x="235375" y="77861"/>
                  </a:lnTo>
                  <a:lnTo>
                    <a:pt x="232359" y="79432"/>
                  </a:lnTo>
                  <a:lnTo>
                    <a:pt x="225752" y="81631"/>
                  </a:lnTo>
                  <a:lnTo>
                    <a:pt x="222422" y="82175"/>
                  </a:lnTo>
                  <a:lnTo>
                    <a:pt x="240614" y="82175"/>
                  </a:lnTo>
                  <a:lnTo>
                    <a:pt x="238107" y="75840"/>
                  </a:lnTo>
                  <a:close/>
                </a:path>
                <a:path w="572134" h="120014" extrusionOk="0">
                  <a:moveTo>
                    <a:pt x="240865" y="43328"/>
                  </a:moveTo>
                  <a:lnTo>
                    <a:pt x="219166" y="43328"/>
                  </a:lnTo>
                  <a:lnTo>
                    <a:pt x="222116" y="44543"/>
                  </a:lnTo>
                  <a:lnTo>
                    <a:pt x="226271" y="49391"/>
                  </a:lnTo>
                  <a:lnTo>
                    <a:pt x="227251" y="52364"/>
                  </a:lnTo>
                  <a:lnTo>
                    <a:pt x="227401" y="52888"/>
                  </a:lnTo>
                  <a:lnTo>
                    <a:pt x="227629" y="56804"/>
                  </a:lnTo>
                  <a:lnTo>
                    <a:pt x="227668" y="57474"/>
                  </a:lnTo>
                  <a:lnTo>
                    <a:pt x="244442" y="57474"/>
                  </a:lnTo>
                  <a:lnTo>
                    <a:pt x="244442" y="52364"/>
                  </a:lnTo>
                  <a:lnTo>
                    <a:pt x="241849" y="44543"/>
                  </a:lnTo>
                  <a:lnTo>
                    <a:pt x="241783" y="44344"/>
                  </a:lnTo>
                  <a:lnTo>
                    <a:pt x="240865" y="43328"/>
                  </a:lnTo>
                  <a:close/>
                </a:path>
                <a:path w="572134" h="120014" extrusionOk="0">
                  <a:moveTo>
                    <a:pt x="275897" y="31171"/>
                  </a:moveTo>
                  <a:lnTo>
                    <a:pt x="256473" y="31171"/>
                  </a:lnTo>
                  <a:lnTo>
                    <a:pt x="256473" y="96049"/>
                  </a:lnTo>
                  <a:lnTo>
                    <a:pt x="276420" y="96049"/>
                  </a:lnTo>
                  <a:lnTo>
                    <a:pt x="276420" y="55317"/>
                  </a:lnTo>
                  <a:lnTo>
                    <a:pt x="277677" y="51788"/>
                  </a:lnTo>
                  <a:lnTo>
                    <a:pt x="282692" y="46501"/>
                  </a:lnTo>
                  <a:lnTo>
                    <a:pt x="286022" y="45181"/>
                  </a:lnTo>
                  <a:lnTo>
                    <a:pt x="319439" y="45181"/>
                  </a:lnTo>
                  <a:lnTo>
                    <a:pt x="318262" y="40930"/>
                  </a:lnTo>
                  <a:lnTo>
                    <a:pt x="317842" y="40428"/>
                  </a:lnTo>
                  <a:lnTo>
                    <a:pt x="275897" y="40428"/>
                  </a:lnTo>
                  <a:lnTo>
                    <a:pt x="275897" y="31171"/>
                  </a:lnTo>
                  <a:close/>
                </a:path>
                <a:path w="572134" h="120014" extrusionOk="0">
                  <a:moveTo>
                    <a:pt x="319439" y="45181"/>
                  </a:moveTo>
                  <a:lnTo>
                    <a:pt x="293603" y="45181"/>
                  </a:lnTo>
                  <a:lnTo>
                    <a:pt x="296127" y="46197"/>
                  </a:lnTo>
                  <a:lnTo>
                    <a:pt x="299394" y="50249"/>
                  </a:lnTo>
                  <a:lnTo>
                    <a:pt x="300210" y="53464"/>
                  </a:lnTo>
                  <a:lnTo>
                    <a:pt x="300210" y="96049"/>
                  </a:lnTo>
                  <a:lnTo>
                    <a:pt x="320157" y="96049"/>
                  </a:lnTo>
                  <a:lnTo>
                    <a:pt x="320157" y="47778"/>
                  </a:lnTo>
                  <a:lnTo>
                    <a:pt x="319439" y="45181"/>
                  </a:lnTo>
                  <a:close/>
                </a:path>
                <a:path w="572134" h="120014" extrusionOk="0">
                  <a:moveTo>
                    <a:pt x="304922" y="29590"/>
                  </a:moveTo>
                  <a:lnTo>
                    <a:pt x="292587" y="29590"/>
                  </a:lnTo>
                  <a:lnTo>
                    <a:pt x="288462" y="30512"/>
                  </a:lnTo>
                  <a:lnTo>
                    <a:pt x="281153" y="34218"/>
                  </a:lnTo>
                  <a:lnTo>
                    <a:pt x="278180" y="36899"/>
                  </a:lnTo>
                  <a:lnTo>
                    <a:pt x="275897" y="40428"/>
                  </a:lnTo>
                  <a:lnTo>
                    <a:pt x="317842" y="40428"/>
                  </a:lnTo>
                  <a:lnTo>
                    <a:pt x="310692" y="31862"/>
                  </a:lnTo>
                  <a:lnTo>
                    <a:pt x="304922" y="29590"/>
                  </a:lnTo>
                  <a:close/>
                </a:path>
                <a:path w="572134" h="120014" extrusionOk="0">
                  <a:moveTo>
                    <a:pt x="376177" y="71872"/>
                  </a:moveTo>
                  <a:lnTo>
                    <a:pt x="369569" y="86541"/>
                  </a:lnTo>
                  <a:lnTo>
                    <a:pt x="373883" y="89892"/>
                  </a:lnTo>
                  <a:lnTo>
                    <a:pt x="379307" y="92510"/>
                  </a:lnTo>
                  <a:lnTo>
                    <a:pt x="392344" y="96290"/>
                  </a:lnTo>
                  <a:lnTo>
                    <a:pt x="399129" y="97243"/>
                  </a:lnTo>
                  <a:lnTo>
                    <a:pt x="406176" y="97243"/>
                  </a:lnTo>
                  <a:lnTo>
                    <a:pt x="442995" y="81254"/>
                  </a:lnTo>
                  <a:lnTo>
                    <a:pt x="406437" y="81254"/>
                  </a:lnTo>
                  <a:lnTo>
                    <a:pt x="398255" y="80668"/>
                  </a:lnTo>
                  <a:lnTo>
                    <a:pt x="390482" y="78911"/>
                  </a:lnTo>
                  <a:lnTo>
                    <a:pt x="383122" y="75979"/>
                  </a:lnTo>
                  <a:lnTo>
                    <a:pt x="376177" y="71872"/>
                  </a:lnTo>
                  <a:close/>
                </a:path>
                <a:path w="572134" h="120014" extrusionOk="0">
                  <a:moveTo>
                    <a:pt x="415296" y="1706"/>
                  </a:moveTo>
                  <a:lnTo>
                    <a:pt x="401286" y="1706"/>
                  </a:lnTo>
                  <a:lnTo>
                    <a:pt x="394762" y="2963"/>
                  </a:lnTo>
                  <a:lnTo>
                    <a:pt x="383485" y="7989"/>
                  </a:lnTo>
                  <a:lnTo>
                    <a:pt x="379108" y="11444"/>
                  </a:lnTo>
                  <a:lnTo>
                    <a:pt x="372857" y="20250"/>
                  </a:lnTo>
                  <a:lnTo>
                    <a:pt x="371287" y="25276"/>
                  </a:lnTo>
                  <a:lnTo>
                    <a:pt x="371287" y="36019"/>
                  </a:lnTo>
                  <a:lnTo>
                    <a:pt x="404982" y="58657"/>
                  </a:lnTo>
                  <a:lnTo>
                    <a:pt x="412301" y="60249"/>
                  </a:lnTo>
                  <a:lnTo>
                    <a:pt x="417379" y="61872"/>
                  </a:lnTo>
                  <a:lnTo>
                    <a:pt x="423107" y="65223"/>
                  </a:lnTo>
                  <a:lnTo>
                    <a:pt x="424542" y="67558"/>
                  </a:lnTo>
                  <a:lnTo>
                    <a:pt x="424542" y="73903"/>
                  </a:lnTo>
                  <a:lnTo>
                    <a:pt x="422971" y="76521"/>
                  </a:lnTo>
                  <a:lnTo>
                    <a:pt x="416720" y="80311"/>
                  </a:lnTo>
                  <a:lnTo>
                    <a:pt x="412249" y="81254"/>
                  </a:lnTo>
                  <a:lnTo>
                    <a:pt x="442995" y="81254"/>
                  </a:lnTo>
                  <a:lnTo>
                    <a:pt x="444761" y="77641"/>
                  </a:lnTo>
                  <a:lnTo>
                    <a:pt x="444761" y="61526"/>
                  </a:lnTo>
                  <a:lnTo>
                    <a:pt x="411066" y="41485"/>
                  </a:lnTo>
                  <a:lnTo>
                    <a:pt x="405956" y="40333"/>
                  </a:lnTo>
                  <a:lnTo>
                    <a:pt x="402008" y="39234"/>
                  </a:lnTo>
                  <a:lnTo>
                    <a:pt x="396459" y="37119"/>
                  </a:lnTo>
                  <a:lnTo>
                    <a:pt x="394652" y="36019"/>
                  </a:lnTo>
                  <a:lnTo>
                    <a:pt x="392103" y="33182"/>
                  </a:lnTo>
                  <a:lnTo>
                    <a:pt x="391506" y="31444"/>
                  </a:lnTo>
                  <a:lnTo>
                    <a:pt x="391506" y="25716"/>
                  </a:lnTo>
                  <a:lnTo>
                    <a:pt x="392993" y="22974"/>
                  </a:lnTo>
                  <a:lnTo>
                    <a:pt x="396954" y="20250"/>
                  </a:lnTo>
                  <a:lnTo>
                    <a:pt x="399212" y="18732"/>
                  </a:lnTo>
                  <a:lnTo>
                    <a:pt x="403443" y="17695"/>
                  </a:lnTo>
                  <a:lnTo>
                    <a:pt x="440002" y="17695"/>
                  </a:lnTo>
                  <a:lnTo>
                    <a:pt x="442384" y="12407"/>
                  </a:lnTo>
                  <a:lnTo>
                    <a:pt x="438771" y="9151"/>
                  </a:lnTo>
                  <a:lnTo>
                    <a:pt x="433903" y="6554"/>
                  </a:lnTo>
                  <a:lnTo>
                    <a:pt x="421652" y="2680"/>
                  </a:lnTo>
                  <a:lnTo>
                    <a:pt x="415296" y="1706"/>
                  </a:lnTo>
                  <a:close/>
                </a:path>
                <a:path w="572134" h="120014" extrusionOk="0">
                  <a:moveTo>
                    <a:pt x="440002" y="17695"/>
                  </a:moveTo>
                  <a:lnTo>
                    <a:pt x="408814" y="17695"/>
                  </a:lnTo>
                  <a:lnTo>
                    <a:pt x="415800" y="18282"/>
                  </a:lnTo>
                  <a:lnTo>
                    <a:pt x="422621" y="20042"/>
                  </a:lnTo>
                  <a:lnTo>
                    <a:pt x="429280" y="22974"/>
                  </a:lnTo>
                  <a:lnTo>
                    <a:pt x="435777" y="27077"/>
                  </a:lnTo>
                  <a:lnTo>
                    <a:pt x="440002" y="17695"/>
                  </a:lnTo>
                  <a:close/>
                </a:path>
                <a:path w="572134" h="120014" extrusionOk="0">
                  <a:moveTo>
                    <a:pt x="494571" y="29590"/>
                  </a:moveTo>
                  <a:lnTo>
                    <a:pt x="482854" y="29590"/>
                  </a:lnTo>
                  <a:lnTo>
                    <a:pt x="476728" y="31004"/>
                  </a:lnTo>
                  <a:lnTo>
                    <a:pt x="466163" y="36637"/>
                  </a:lnTo>
                  <a:lnTo>
                    <a:pt x="462069" y="40627"/>
                  </a:lnTo>
                  <a:lnTo>
                    <a:pt x="456247" y="50930"/>
                  </a:lnTo>
                  <a:lnTo>
                    <a:pt x="454802" y="56898"/>
                  </a:lnTo>
                  <a:lnTo>
                    <a:pt x="454802" y="63683"/>
                  </a:lnTo>
                  <a:lnTo>
                    <a:pt x="481381" y="96545"/>
                  </a:lnTo>
                  <a:lnTo>
                    <a:pt x="488885" y="97106"/>
                  </a:lnTo>
                  <a:lnTo>
                    <a:pt x="493911" y="97106"/>
                  </a:lnTo>
                  <a:lnTo>
                    <a:pt x="498665" y="96405"/>
                  </a:lnTo>
                  <a:lnTo>
                    <a:pt x="507649" y="93588"/>
                  </a:lnTo>
                  <a:lnTo>
                    <a:pt x="511356" y="91651"/>
                  </a:lnTo>
                  <a:lnTo>
                    <a:pt x="514256" y="89180"/>
                  </a:lnTo>
                  <a:lnTo>
                    <a:pt x="511411" y="81788"/>
                  </a:lnTo>
                  <a:lnTo>
                    <a:pt x="486466" y="81788"/>
                  </a:lnTo>
                  <a:lnTo>
                    <a:pt x="482435" y="80217"/>
                  </a:lnTo>
                  <a:lnTo>
                    <a:pt x="476707" y="73966"/>
                  </a:lnTo>
                  <a:lnTo>
                    <a:pt x="475283" y="69359"/>
                  </a:lnTo>
                  <a:lnTo>
                    <a:pt x="475378" y="56898"/>
                  </a:lnTo>
                  <a:lnTo>
                    <a:pt x="476707" y="52626"/>
                  </a:lnTo>
                  <a:lnTo>
                    <a:pt x="482435" y="46459"/>
                  </a:lnTo>
                  <a:lnTo>
                    <a:pt x="486466" y="44920"/>
                  </a:lnTo>
                  <a:lnTo>
                    <a:pt x="511433" y="44920"/>
                  </a:lnTo>
                  <a:lnTo>
                    <a:pt x="514256" y="37653"/>
                  </a:lnTo>
                  <a:lnTo>
                    <a:pt x="511523" y="35182"/>
                  </a:lnTo>
                  <a:lnTo>
                    <a:pt x="507963" y="33224"/>
                  </a:lnTo>
                  <a:lnTo>
                    <a:pt x="499147" y="30313"/>
                  </a:lnTo>
                  <a:lnTo>
                    <a:pt x="494571" y="29590"/>
                  </a:lnTo>
                  <a:close/>
                </a:path>
                <a:path w="572134" h="120014" extrusionOk="0">
                  <a:moveTo>
                    <a:pt x="508968" y="75442"/>
                  </a:moveTo>
                  <a:lnTo>
                    <a:pt x="506311" y="77521"/>
                  </a:lnTo>
                  <a:lnTo>
                    <a:pt x="503618" y="79034"/>
                  </a:lnTo>
                  <a:lnTo>
                    <a:pt x="497545" y="81233"/>
                  </a:lnTo>
                  <a:lnTo>
                    <a:pt x="494571" y="81788"/>
                  </a:lnTo>
                  <a:lnTo>
                    <a:pt x="511411" y="81788"/>
                  </a:lnTo>
                  <a:lnTo>
                    <a:pt x="508968" y="75442"/>
                  </a:lnTo>
                  <a:close/>
                </a:path>
                <a:path w="572134" h="120014" extrusionOk="0">
                  <a:moveTo>
                    <a:pt x="511433" y="44920"/>
                  </a:moveTo>
                  <a:lnTo>
                    <a:pt x="494571" y="44920"/>
                  </a:lnTo>
                  <a:lnTo>
                    <a:pt x="497545" y="45464"/>
                  </a:lnTo>
                  <a:lnTo>
                    <a:pt x="503618" y="47673"/>
                  </a:lnTo>
                  <a:lnTo>
                    <a:pt x="506413" y="49234"/>
                  </a:lnTo>
                  <a:lnTo>
                    <a:pt x="508968" y="51265"/>
                  </a:lnTo>
                  <a:lnTo>
                    <a:pt x="511433" y="44920"/>
                  </a:lnTo>
                  <a:close/>
                </a:path>
                <a:path w="572134" h="120014" extrusionOk="0">
                  <a:moveTo>
                    <a:pt x="543198" y="31171"/>
                  </a:moveTo>
                  <a:lnTo>
                    <a:pt x="523240" y="31171"/>
                  </a:lnTo>
                  <a:lnTo>
                    <a:pt x="523240" y="96049"/>
                  </a:lnTo>
                  <a:lnTo>
                    <a:pt x="543198" y="96049"/>
                  </a:lnTo>
                  <a:lnTo>
                    <a:pt x="543198" y="31171"/>
                  </a:lnTo>
                  <a:close/>
                </a:path>
                <a:path w="572134" h="120014" extrusionOk="0">
                  <a:moveTo>
                    <a:pt x="543983" y="0"/>
                  </a:moveTo>
                  <a:lnTo>
                    <a:pt x="522580" y="0"/>
                  </a:lnTo>
                  <a:lnTo>
                    <a:pt x="522580" y="18627"/>
                  </a:lnTo>
                  <a:lnTo>
                    <a:pt x="543983" y="18627"/>
                  </a:lnTo>
                  <a:lnTo>
                    <a:pt x="543983" y="0"/>
                  </a:lnTo>
                  <a:close/>
                </a:path>
                <a:path w="572134" h="120014" extrusionOk="0">
                  <a:moveTo>
                    <a:pt x="571878" y="33253"/>
                  </a:moveTo>
                  <a:lnTo>
                    <a:pt x="565961" y="36752"/>
                  </a:lnTo>
                  <a:lnTo>
                    <a:pt x="562181" y="40731"/>
                  </a:lnTo>
                  <a:lnTo>
                    <a:pt x="556716" y="50951"/>
                  </a:lnTo>
                  <a:lnTo>
                    <a:pt x="555354" y="56804"/>
                  </a:lnTo>
                  <a:lnTo>
                    <a:pt x="555354" y="63411"/>
                  </a:lnTo>
                  <a:lnTo>
                    <a:pt x="571878" y="92920"/>
                  </a:lnTo>
                  <a:lnTo>
                    <a:pt x="571878" y="33253"/>
                  </a:lnTo>
                  <a:close/>
                </a:path>
              </a:pathLst>
            </a:custGeom>
            <a:solidFill>
              <a:srgbClr val="02225E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sp>
          <p:nvSpPr>
            <p:cNvPr id="95" name="object 95"/>
            <p:cNvSpPr/>
            <p:nvPr/>
          </p:nvSpPr>
          <p:spPr bwMode="auto">
            <a:xfrm>
              <a:off x="16921108" y="5103289"/>
              <a:ext cx="2376805" cy="1805305"/>
            </a:xfrm>
            <a:custGeom>
              <a:avLst/>
              <a:gdLst/>
              <a:ahLst/>
              <a:cxnLst/>
              <a:rect l="l" t="t" r="r" b="b"/>
              <a:pathLst>
                <a:path w="2376805" h="1805304" extrusionOk="0">
                  <a:moveTo>
                    <a:pt x="0" y="1804960"/>
                  </a:moveTo>
                  <a:lnTo>
                    <a:pt x="2376765" y="1804960"/>
                  </a:lnTo>
                  <a:lnTo>
                    <a:pt x="2376765" y="0"/>
                  </a:lnTo>
                  <a:lnTo>
                    <a:pt x="0" y="0"/>
                  </a:lnTo>
                  <a:lnTo>
                    <a:pt x="0" y="180496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96" name="object 96"/>
            <p:cNvPicPr/>
            <p:nvPr/>
          </p:nvPicPr>
          <p:blipFill rotWithShape="1">
            <a:blip r:embed="rId52"/>
            <a:stretch/>
          </p:blipFill>
          <p:spPr bwMode="auto">
            <a:xfrm>
              <a:off x="17168952" y="5283697"/>
              <a:ext cx="1859208" cy="498044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 rotWithShape="1">
            <a:blip r:embed="rId32"/>
            <a:stretch/>
          </p:blipFill>
          <p:spPr bwMode="auto">
            <a:xfrm>
              <a:off x="15687950" y="5103289"/>
              <a:ext cx="1233156" cy="1804960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 bwMode="auto">
            <a:xfrm>
              <a:off x="18694248" y="6024288"/>
              <a:ext cx="302260" cy="488950"/>
            </a:xfrm>
            <a:custGeom>
              <a:avLst/>
              <a:gdLst/>
              <a:ahLst/>
              <a:cxnLst/>
              <a:rect l="l" t="t" r="r" b="b"/>
              <a:pathLst>
                <a:path w="302259" h="488950" extrusionOk="0">
                  <a:moveTo>
                    <a:pt x="302082" y="440690"/>
                  </a:moveTo>
                  <a:lnTo>
                    <a:pt x="56946" y="440690"/>
                  </a:lnTo>
                  <a:lnTo>
                    <a:pt x="56946" y="0"/>
                  </a:lnTo>
                  <a:lnTo>
                    <a:pt x="0" y="0"/>
                  </a:lnTo>
                  <a:lnTo>
                    <a:pt x="0" y="440690"/>
                  </a:lnTo>
                  <a:lnTo>
                    <a:pt x="0" y="488950"/>
                  </a:lnTo>
                  <a:lnTo>
                    <a:pt x="302082" y="488950"/>
                  </a:lnTo>
                  <a:lnTo>
                    <a:pt x="302082" y="440690"/>
                  </a:lnTo>
                  <a:close/>
                </a:path>
              </a:pathLst>
            </a:custGeom>
            <a:solidFill>
              <a:srgbClr val="A8C9DA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99" name="object 99"/>
            <p:cNvPicPr/>
            <p:nvPr/>
          </p:nvPicPr>
          <p:blipFill rotWithShape="1">
            <a:blip r:embed="rId53"/>
            <a:stretch/>
          </p:blipFill>
          <p:spPr bwMode="auto">
            <a:xfrm>
              <a:off x="17152548" y="5913314"/>
              <a:ext cx="1849980" cy="771997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 rotWithShape="1">
            <a:blip r:embed="rId54"/>
            <a:stretch/>
          </p:blipFill>
          <p:spPr bwMode="auto">
            <a:xfrm>
              <a:off x="19297873" y="5103289"/>
              <a:ext cx="806226" cy="1804960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 bwMode="auto">
            <a:xfrm>
              <a:off x="18161027" y="6908239"/>
              <a:ext cx="1943100" cy="1805305"/>
            </a:xfrm>
            <a:custGeom>
              <a:avLst/>
              <a:gdLst/>
              <a:ahLst/>
              <a:cxnLst/>
              <a:rect l="l" t="t" r="r" b="b"/>
              <a:pathLst>
                <a:path w="1943100" h="1805304" extrusionOk="0">
                  <a:moveTo>
                    <a:pt x="0" y="1804960"/>
                  </a:moveTo>
                  <a:lnTo>
                    <a:pt x="1943071" y="1804960"/>
                  </a:lnTo>
                  <a:lnTo>
                    <a:pt x="1943071" y="0"/>
                  </a:lnTo>
                  <a:lnTo>
                    <a:pt x="0" y="0"/>
                  </a:lnTo>
                  <a:lnTo>
                    <a:pt x="0" y="180496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102" name="object 102"/>
            <p:cNvPicPr/>
            <p:nvPr/>
          </p:nvPicPr>
          <p:blipFill rotWithShape="1">
            <a:blip r:embed="rId55"/>
            <a:stretch/>
          </p:blipFill>
          <p:spPr bwMode="auto">
            <a:xfrm>
              <a:off x="18408874" y="7140361"/>
              <a:ext cx="986230" cy="446339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 rotWithShape="1">
            <a:blip r:embed="rId56"/>
            <a:stretch/>
          </p:blipFill>
          <p:spPr bwMode="auto">
            <a:xfrm>
              <a:off x="18854680" y="7088657"/>
              <a:ext cx="1249419" cy="197376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 rotWithShape="1">
            <a:blip r:embed="rId57"/>
            <a:stretch/>
          </p:blipFill>
          <p:spPr bwMode="auto">
            <a:xfrm>
              <a:off x="16927872" y="6908239"/>
              <a:ext cx="1233156" cy="1804971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 bwMode="auto">
            <a:xfrm>
              <a:off x="19917810" y="7827456"/>
              <a:ext cx="186690" cy="494665"/>
            </a:xfrm>
            <a:custGeom>
              <a:avLst/>
              <a:gdLst/>
              <a:ahLst/>
              <a:cxnLst/>
              <a:rect l="l" t="t" r="r" b="b"/>
              <a:pathLst>
                <a:path w="186690" h="494665" extrusionOk="0">
                  <a:moveTo>
                    <a:pt x="56249" y="0"/>
                  </a:moveTo>
                  <a:lnTo>
                    <a:pt x="0" y="0"/>
                  </a:lnTo>
                  <a:lnTo>
                    <a:pt x="0" y="297907"/>
                  </a:lnTo>
                  <a:lnTo>
                    <a:pt x="3080" y="343571"/>
                  </a:lnTo>
                  <a:lnTo>
                    <a:pt x="12324" y="383328"/>
                  </a:lnTo>
                  <a:lnTo>
                    <a:pt x="49307" y="445127"/>
                  </a:lnTo>
                  <a:lnTo>
                    <a:pt x="110245" y="482625"/>
                  </a:lnTo>
                  <a:lnTo>
                    <a:pt x="149438" y="492000"/>
                  </a:lnTo>
                  <a:lnTo>
                    <a:pt x="186289" y="494559"/>
                  </a:lnTo>
                  <a:lnTo>
                    <a:pt x="186289" y="445944"/>
                  </a:lnTo>
                  <a:lnTo>
                    <a:pt x="162478" y="444262"/>
                  </a:lnTo>
                  <a:lnTo>
                    <a:pt x="134634" y="437490"/>
                  </a:lnTo>
                  <a:lnTo>
                    <a:pt x="91316" y="410406"/>
                  </a:lnTo>
                  <a:lnTo>
                    <a:pt x="65015" y="365448"/>
                  </a:lnTo>
                  <a:lnTo>
                    <a:pt x="56249" y="302765"/>
                  </a:lnTo>
                  <a:lnTo>
                    <a:pt x="56249" y="0"/>
                  </a:lnTo>
                  <a:close/>
                </a:path>
              </a:pathLst>
            </a:custGeom>
            <a:solidFill>
              <a:srgbClr val="FFC60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106" name="object 106"/>
            <p:cNvPicPr/>
            <p:nvPr/>
          </p:nvPicPr>
          <p:blipFill rotWithShape="1">
            <a:blip r:embed="rId58"/>
            <a:stretch/>
          </p:blipFill>
          <p:spPr bwMode="auto">
            <a:xfrm>
              <a:off x="18379577" y="7717103"/>
              <a:ext cx="1724521" cy="773167"/>
            </a:xfrm>
            <a:prstGeom prst="rect">
              <a:avLst/>
            </a:prstGeom>
          </p:spPr>
        </p:pic>
      </p:grpSp>
      <p:grpSp>
        <p:nvGrpSpPr>
          <p:cNvPr id="1760605288" name="object 22"/>
          <p:cNvGrpSpPr/>
          <p:nvPr/>
        </p:nvGrpSpPr>
        <p:grpSpPr bwMode="auto">
          <a:xfrm>
            <a:off x="1077185" y="9802495"/>
            <a:ext cx="3250565" cy="1033780"/>
            <a:chOff x="1077185" y="9534709"/>
            <a:chExt cx="3250565" cy="1033780"/>
          </a:xfrm>
        </p:grpSpPr>
        <p:sp>
          <p:nvSpPr>
            <p:cNvPr id="112" name="object 23"/>
            <p:cNvSpPr/>
            <p:nvPr/>
          </p:nvSpPr>
          <p:spPr bwMode="auto">
            <a:xfrm>
              <a:off x="3197254" y="9683903"/>
              <a:ext cx="1121410" cy="673735"/>
            </a:xfrm>
            <a:custGeom>
              <a:avLst/>
              <a:gdLst/>
              <a:ahLst/>
              <a:cxnLst/>
              <a:rect l="l" t="t" r="r" b="b"/>
              <a:pathLst>
                <a:path w="1121410" h="673734" extrusionOk="0">
                  <a:moveTo>
                    <a:pt x="60165" y="0"/>
                  </a:moveTo>
                  <a:lnTo>
                    <a:pt x="0" y="0"/>
                  </a:lnTo>
                  <a:lnTo>
                    <a:pt x="0" y="673236"/>
                  </a:lnTo>
                  <a:lnTo>
                    <a:pt x="73537" y="673236"/>
                  </a:lnTo>
                  <a:lnTo>
                    <a:pt x="73537" y="131786"/>
                  </a:lnTo>
                  <a:lnTo>
                    <a:pt x="158948" y="131786"/>
                  </a:lnTo>
                  <a:lnTo>
                    <a:pt x="60165" y="0"/>
                  </a:lnTo>
                  <a:close/>
                </a:path>
                <a:path w="1121410" h="673734" extrusionOk="0">
                  <a:moveTo>
                    <a:pt x="158948" y="131786"/>
                  </a:moveTo>
                  <a:lnTo>
                    <a:pt x="73537" y="131786"/>
                  </a:lnTo>
                  <a:lnTo>
                    <a:pt x="479388" y="673236"/>
                  </a:lnTo>
                  <a:lnTo>
                    <a:pt x="539543" y="673236"/>
                  </a:lnTo>
                  <a:lnTo>
                    <a:pt x="539543" y="541449"/>
                  </a:lnTo>
                  <a:lnTo>
                    <a:pt x="466017" y="541449"/>
                  </a:lnTo>
                  <a:lnTo>
                    <a:pt x="158948" y="131786"/>
                  </a:lnTo>
                  <a:close/>
                </a:path>
                <a:path w="1121410" h="673734" extrusionOk="0">
                  <a:moveTo>
                    <a:pt x="539543" y="0"/>
                  </a:moveTo>
                  <a:lnTo>
                    <a:pt x="466017" y="0"/>
                  </a:lnTo>
                  <a:lnTo>
                    <a:pt x="466017" y="541449"/>
                  </a:lnTo>
                  <a:lnTo>
                    <a:pt x="539543" y="541449"/>
                  </a:lnTo>
                  <a:lnTo>
                    <a:pt x="539543" y="0"/>
                  </a:lnTo>
                  <a:close/>
                </a:path>
                <a:path w="1121410" h="673734" extrusionOk="0">
                  <a:moveTo>
                    <a:pt x="784007" y="0"/>
                  </a:moveTo>
                  <a:lnTo>
                    <a:pt x="705706" y="0"/>
                  </a:lnTo>
                  <a:lnTo>
                    <a:pt x="705706" y="673236"/>
                  </a:lnTo>
                  <a:lnTo>
                    <a:pt x="1121107" y="673236"/>
                  </a:lnTo>
                  <a:lnTo>
                    <a:pt x="1121107" y="606389"/>
                  </a:lnTo>
                  <a:lnTo>
                    <a:pt x="784007" y="606389"/>
                  </a:lnTo>
                  <a:lnTo>
                    <a:pt x="784007" y="0"/>
                  </a:lnTo>
                  <a:close/>
                </a:path>
              </a:pathLst>
            </a:custGeom>
            <a:solidFill>
              <a:srgbClr val="EA792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>
                <a:latin typeface="Nunito Sans Normal"/>
              </a:endParaRPr>
            </a:p>
          </p:txBody>
        </p:sp>
        <p:pic>
          <p:nvPicPr>
            <p:cNvPr id="113" name="object 24"/>
            <p:cNvPicPr/>
            <p:nvPr/>
          </p:nvPicPr>
          <p:blipFill rotWithShape="1">
            <a:blip r:embed="rId59"/>
            <a:stretch/>
          </p:blipFill>
          <p:spPr bwMode="auto">
            <a:xfrm>
              <a:off x="1077185" y="9534709"/>
              <a:ext cx="3250398" cy="1033513"/>
            </a:xfrm>
            <a:prstGeom prst="rect">
              <a:avLst/>
            </a:prstGeom>
          </p:spPr>
        </p:pic>
      </p:grpSp>
      <p:sp>
        <p:nvSpPr>
          <p:cNvPr id="1981610496" name="object 25"/>
          <p:cNvSpPr txBox="1">
            <a:spLocks noGrp="1"/>
          </p:cNvSpPr>
          <p:nvPr>
            <p:ph type="ftr" sz="quarter" idx="5"/>
          </p:nvPr>
        </p:nvSpPr>
        <p:spPr bwMode="auto">
          <a:xfrm>
            <a:off x="4946650" y="10078108"/>
            <a:ext cx="14410988" cy="75790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  <a:defRPr/>
            </a:pPr>
            <a:r>
              <a:rPr sz="4800">
                <a:latin typeface="Nunito Sans Normal"/>
              </a:rPr>
              <a:t>SHAPING</a:t>
            </a:r>
            <a:r>
              <a:rPr sz="4800" spc="-65">
                <a:latin typeface="Nunito Sans Normal"/>
              </a:rPr>
              <a:t> </a:t>
            </a:r>
            <a:r>
              <a:rPr sz="4800">
                <a:latin typeface="Nunito Sans Normal"/>
              </a:rPr>
              <a:t>CULTURAL</a:t>
            </a:r>
            <a:r>
              <a:rPr sz="4800" spc="-65">
                <a:latin typeface="Nunito Sans Normal"/>
              </a:rPr>
              <a:t> </a:t>
            </a:r>
            <a:r>
              <a:rPr sz="4800">
                <a:latin typeface="Nunito Sans Normal"/>
              </a:rPr>
              <a:t>CHANGE</a:t>
            </a:r>
            <a:r>
              <a:rPr sz="4800" spc="-60">
                <a:latin typeface="Nunito Sans Normal"/>
              </a:rPr>
              <a:t> </a:t>
            </a:r>
            <a:r>
              <a:rPr sz="4800" spc="-25">
                <a:latin typeface="Nunito Sans Normal"/>
              </a:rPr>
              <a:t>TOGETHER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1540</TotalTime>
  <Words>359</Words>
  <Application>Microsoft Macintosh PowerPoint</Application>
  <PresentationFormat>Custom</PresentationFormat>
  <Paragraphs>102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Rounded MT Bold</vt:lpstr>
      <vt:lpstr>Calibri</vt:lpstr>
      <vt:lpstr>Nunito Sans Normal</vt:lpstr>
      <vt:lpstr>Open Sans</vt:lpstr>
      <vt:lpstr>Office Theme</vt:lpstr>
      <vt:lpstr>PowerPoint Presentation</vt:lpstr>
      <vt:lpstr>Open Science is not a movement anymore:</vt:lpstr>
      <vt:lpstr>Open Science is not a movement anymore:</vt:lpstr>
      <vt:lpstr>PowerPoint Presentation</vt:lpstr>
      <vt:lpstr>EARLY MAJORITY</vt:lpstr>
      <vt:lpstr>EARLY MAJORITY</vt:lpstr>
      <vt:lpstr>Top-down needs bottom-up!</vt:lpstr>
      <vt:lpstr>How?</vt:lpstr>
      <vt:lpstr>Get involved!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Samsung</dc:creator>
  <cp:lastModifiedBy>Oberman, H.I. (Hanne)</cp:lastModifiedBy>
  <cp:revision>8</cp:revision>
  <dcterms:created xsi:type="dcterms:W3CDTF">2024-06-17T12:35:26Z</dcterms:created>
  <dcterms:modified xsi:type="dcterms:W3CDTF">2026-06-05T08:37:06Z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2024-06-16T00:00:00Z</vt:filetime>
  </property>
  <property fmtid="{D5CDD505-2E9C-101B-9397-08002B2CF9AE}" pid="3" name="Creator">
    <vt:lpwstr>Adobe InDesign 19.4 (Macintosh)</vt:lpwstr>
  </property>
  <property fmtid="{D5CDD505-2E9C-101B-9397-08002B2CF9AE}" pid="4" name="LastSaved">
    <vt:filetime>2024-06-17T00:00:00Z</vt:filetime>
  </property>
  <property fmtid="{D5CDD505-2E9C-101B-9397-08002B2CF9AE}" pid="5" name="Producer">
    <vt:lpwstr>Adobe PDF Library 17.0</vt:lpwstr>
  </property>
</Properties>
</file>