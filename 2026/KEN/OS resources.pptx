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u.nl/en/organisation/strategic-plan-2030" TargetMode="External" /><Relationship Id="rId3" Type="http://schemas.openxmlformats.org/officeDocument/2006/relationships/hyperlink" Target="https://www.uu.nl/en/research/open-science/about-us/project-team" TargetMode="External" /><Relationship Id="rId4" Type="http://schemas.openxmlformats.org/officeDocument/2006/relationships/hyperlink" Target="https://teaching-and-learning-collection.sites.uu.nl/project/transferable-pedagogies-for-an-open-science-mindset-and-skillset/"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u.nl/en/research/open-science" TargetMode="External" /><Relationship Id="rId3" Type="http://schemas.openxmlformats.org/officeDocument/2006/relationships/hyperlink" Target="https://www.uu.nl/en/research/research-data-management/training-workshops/online-training-learn-to-write-your-dmp"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osc-utrecht.nl" TargetMode="External" /><Relationship Id="rId3" Type="http://schemas.openxmlformats.org/officeDocument/2006/relationships/hyperlink" Target="https://www.uu.nl/en/organisation/faculty-of-science/about-us/open-science"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u.nl/en/research/open-science/about-us/open-science-fund" TargetMode="External" /><Relationship Id="rId3" Type="http://schemas.openxmlformats.org/officeDocument/2006/relationships/hyperlink" Target="https://www.uu.nl/organisatie/publiekenwetenschap/zelf-aan-de-slag/fondsen"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Open Science resources at Utrecht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Significance of Open Science at Utrecht University</a:t>
            </a:r>
          </a:p>
        </p:txBody>
      </p:sp>
      <p:sp>
        <p:nvSpPr>
          <p:cNvPr id="3" name="Content Placeholder 2"/>
          <p:cNvSpPr>
            <a:spLocks noGrp="1"/>
          </p:cNvSpPr>
          <p:nvPr>
            <p:ph idx="1"/>
          </p:nvPr>
        </p:nvSpPr>
        <p:spPr/>
        <p:txBody>
          <a:bodyPr/>
          <a:lstStyle/>
          <a:p>
            <a:pPr lvl="0" indent="0" marL="0">
              <a:buNone/>
            </a:pPr>
            <a:r>
              <a:rPr/>
              <a:t>Open Science holds central strategic importance at Utrecht University, representing a paradigm shift to enhance research quality, societal impact, and relationships with society through an “open mind, open attitude.”</a:t>
            </a:r>
          </a:p>
          <a:p>
            <a:pPr lvl="0" indent="0" marL="0">
              <a:buNone/>
            </a:pPr>
            <a:r>
              <a:rPr/>
              <a:t>It forms a cornerstone of the university’s </a:t>
            </a:r>
            <a:r>
              <a:rPr>
                <a:hlinkClick r:id="rId2"/>
              </a:rPr>
              <a:t>Strategic Plan 2030</a:t>
            </a:r>
            <a:r>
              <a:rPr/>
              <a:t>, which positions Open Science as essential for translating public investments into relevant knowledge and skills that benefit society. The university committed to this transition in 2017 within its Strategic Plan 2016-2021, aiming to fundamentally transform research and education practices by making results freely available early, promoting team science, fostering an open academic culture, and reducing individual competition.</a:t>
            </a:r>
          </a:p>
          <a:p>
            <a:pPr lvl="0" indent="0" marL="0">
              <a:buNone/>
            </a:pPr>
            <a:r>
              <a:rPr/>
              <a:t>The </a:t>
            </a:r>
            <a:r>
              <a:rPr>
                <a:hlinkClick r:id="rId3"/>
              </a:rPr>
              <a:t>Utrecht University Open Science Office</a:t>
            </a:r>
            <a:r>
              <a:rPr/>
              <a:t> works on the implementation of open science in the organisation. It stimulates and facilitates researchers to put open science into practice.</a:t>
            </a:r>
          </a:p>
          <a:p>
            <a:pPr lvl="0" indent="0" marL="0">
              <a:spcBef>
                <a:spcPts val="3000"/>
              </a:spcBef>
              <a:buNone/>
            </a:pPr>
            <a:r>
              <a:rPr b="1"/>
              <a:t>Key focus areas of putting open science into practice include:</a:t>
            </a:r>
          </a:p>
          <a:p>
            <a:pPr lvl="0"/>
            <a:r>
              <a:rPr b="1"/>
              <a:t>Societal relevance and public engagement</a:t>
            </a:r>
            <a:r>
              <a:rPr/>
              <a:t>: Drives co-creation with stakeholders from problem identification through implementation, ensuring research addresses real societal needs rather than stopping at publications.</a:t>
            </a:r>
          </a:p>
          <a:p>
            <a:pPr lvl="0"/>
            <a:r>
              <a:rPr b="1"/>
              <a:t>Research integrity and evaluation</a:t>
            </a:r>
            <a:r>
              <a:rPr/>
              <a:t>: Integrated into national protocols like the Strategic Evaluation Protocol (SEP), assessing units on Open Science practices, academic culture, PhD training, and human resource policy.</a:t>
            </a:r>
          </a:p>
          <a:p>
            <a:pPr lvl="0"/>
            <a:r>
              <a:rPr b="1"/>
              <a:t>Educational integration</a:t>
            </a:r>
            <a:r>
              <a:rPr/>
              <a:t>: Supports open educational resources (OER) and communities like </a:t>
            </a:r>
            <a:r>
              <a:rPr>
                <a:hlinkClick r:id="rId4"/>
              </a:rPr>
              <a:t>COSiE</a:t>
            </a:r>
            <a:r>
              <a:rPr/>
              <a:t> to teach Open Science mindsets across disciplines.</a:t>
            </a:r>
          </a:p>
          <a:p>
            <a:pPr lvl="0"/>
            <a:r>
              <a:rPr b="1"/>
              <a:t>Institutional momentum</a:t>
            </a:r>
            <a:r>
              <a:rPr/>
              <a:t>: Backed by the Open Science Programme (2018-2021 and beyond), vision documents, task forces, and bottom-up initiatives like OSCU, with leadership from vice-rectors and faculty teams to shift mindsets organization-wide.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 resources to look at for gaining skills</a:t>
            </a:r>
          </a:p>
        </p:txBody>
      </p:sp>
      <p:sp>
        <p:nvSpPr>
          <p:cNvPr id="3" name="Content Placeholder 2"/>
          <p:cNvSpPr>
            <a:spLocks noGrp="1"/>
          </p:cNvSpPr>
          <p:nvPr>
            <p:ph idx="1"/>
          </p:nvPr>
        </p:nvSpPr>
        <p:spPr/>
        <p:txBody>
          <a:bodyPr/>
          <a:lstStyle/>
          <a:p>
            <a:pPr lvl="0" indent="0" marL="0">
              <a:buNone/>
            </a:pPr>
            <a:r>
              <a:rPr/>
              <a:t>Utrecht University’s </a:t>
            </a:r>
            <a:r>
              <a:rPr>
                <a:hlinkClick r:id="rId2"/>
              </a:rPr>
              <a:t>Open Science webpage</a:t>
            </a:r>
            <a:r>
              <a:rPr/>
              <a:t> and its links primarily provide workshops, training initiatives, and educational projects focused on open science skills like open access publishing, FAIR data management, collaborative research tools, and integrating open science into curricula.</a:t>
            </a:r>
          </a:p>
          <a:p>
            <a:pPr lvl="0" indent="0" marL="0">
              <a:buNone/>
            </a:pPr>
            <a:r>
              <a:rPr/>
              <a:t>A selected (non-exhaustive) list of trainings include:</a:t>
            </a:r>
          </a:p>
          <a:p>
            <a:pPr lvl="0"/>
            <a:r>
              <a:rPr b="1"/>
              <a:t>Library Workshops</a:t>
            </a:r>
            <a:r>
              <a:rPr/>
              <a:t>: Two main interactive sessions—“Open Science: a general introduction” (covering open access, FAIR data, incorporating open practices into routines, barriers, and motivations) and “Open Science: opening up your research workflow” (practical tips on collaborative writing, code sharing, altmetrics, pre-registration, and open tools/platforms, customizable for groups).</a:t>
            </a:r>
          </a:p>
          <a:p>
            <a:pPr lvl="0"/>
            <a:r>
              <a:rPr b="1"/>
              <a:t>Educational Integration Project</a:t>
            </a:r>
            <a:r>
              <a:rPr/>
              <a:t>: “Transferable pedagogies for an Open Science mindset and skillset” builds an interdisciplinary teacher community, pilots Open Science resources across education levels, creates open educational resources (OER), and applies scholarly evaluation to embed OS values like transparency and collaboration into curricula.</a:t>
            </a:r>
          </a:p>
          <a:p>
            <a:pPr lvl="0"/>
            <a:r>
              <a:rPr b="1"/>
              <a:t>Data Management Trainings</a:t>
            </a:r>
            <a:r>
              <a:rPr/>
              <a:t>: Specific </a:t>
            </a:r>
            <a:r>
              <a:rPr>
                <a:hlinkClick r:id="rId3"/>
              </a:rPr>
              <a:t>guidance on writing Data Management Plans</a:t>
            </a:r>
            <a:r>
              <a:rPr/>
              <a:t> (DMPs), using platforms like Yoda and DataverseNL for data handling.</a:t>
            </a:r>
          </a:p>
          <a:p>
            <a:pPr lvl="0"/>
            <a:r>
              <a:rPr b="1"/>
              <a:t>Broader Supports</a:t>
            </a:r>
            <a:r>
              <a:rPr/>
              <a:t>: Advice across the research cycle on open access, data management, visibility, and evolving topics like open peer review; program facilitation for accountability, replicability, and integrity via tracks like FAIR data/software and public engagement.</a:t>
            </a:r>
          </a:p>
          <a:p>
            <a:pPr lvl="0"/>
            <a:r>
              <a:rPr b="1"/>
              <a:t>Related Courses</a:t>
            </a:r>
            <a:r>
              <a:rPr/>
              <a:t>: Summer school options in data science (e.g., Python programming, text mining, handling missing data) and an open online course on professional performance (covering professions in transition, quality control, lifelong learning), which align with open science themes but are not exclusively OS-focused.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Open Science roles and activities encouraged by the university</a:t>
            </a:r>
          </a:p>
        </p:txBody>
      </p:sp>
      <p:sp>
        <p:nvSpPr>
          <p:cNvPr id="3" name="Content Placeholder 2"/>
          <p:cNvSpPr>
            <a:spLocks noGrp="1"/>
          </p:cNvSpPr>
          <p:nvPr>
            <p:ph idx="1"/>
          </p:nvPr>
        </p:nvSpPr>
        <p:spPr/>
        <p:txBody>
          <a:bodyPr/>
          <a:lstStyle/>
          <a:p>
            <a:pPr lvl="0" indent="0" marL="0">
              <a:buNone/>
            </a:pPr>
            <a:r>
              <a:rPr/>
              <a:t>Utrecht University recommends that researchers develop skills across several key open science areas: Core competencies include:</a:t>
            </a:r>
          </a:p>
          <a:p>
            <a:pPr lvl="0"/>
            <a:r>
              <a:rPr/>
              <a:t>Collaborative writing and code sharing – ability to work on documents and software collaboratively with peers</a:t>
            </a:r>
          </a:p>
          <a:p>
            <a:pPr lvl="0"/>
            <a:r>
              <a:rPr/>
              <a:t>Data management – writing Data Management Plans (DMPs) and using platforms like Yoda or DataverseNL</a:t>
            </a:r>
          </a:p>
          <a:p>
            <a:pPr lvl="0"/>
            <a:r>
              <a:rPr/>
              <a:t>Open access publishing – understanding and implementing open access dissemination practices</a:t>
            </a:r>
          </a:p>
          <a:p>
            <a:pPr lvl="0"/>
            <a:r>
              <a:rPr/>
              <a:t>FAIR principles – making research data and software Findable, Accessible, Interoperable, and Reusable</a:t>
            </a:r>
          </a:p>
          <a:p>
            <a:pPr lvl="0"/>
            <a:r>
              <a:rPr/>
              <a:t>Pre-registration – knowing how and where to register studies in advance</a:t>
            </a:r>
          </a:p>
          <a:p>
            <a:pPr lvl="0"/>
            <a:r>
              <a:rPr/>
              <a:t>Public engagement – collaborating with external stakeholders, including non-academic partners, and managing public scrutiny while maintaining scientific independence</a:t>
            </a:r>
          </a:p>
          <a:p>
            <a:pPr lvl="0"/>
            <a:r>
              <a:rPr/>
              <a:t>Open peer review – participating in transparent peer review processes</a:t>
            </a:r>
          </a:p>
          <a:p>
            <a:pPr lvl="0"/>
            <a:r>
              <a:rPr/>
              <a:t>Research integrity and responsible conduct – understanding ethical practices in open research contexts</a:t>
            </a:r>
          </a:p>
          <a:p>
            <a:pPr lvl="0"/>
            <a:r>
              <a:rPr/>
              <a:t>Handling differing values and diverse perspectives in collaborative settings</a:t>
            </a:r>
          </a:p>
          <a:p>
            <a:pPr lvl="0"/>
            <a:r>
              <a:rPr/>
              <a:t>Personal and team development skills</a:t>
            </a:r>
          </a:p>
          <a:p>
            <a:pPr lvl="0"/>
            <a:r>
              <a:rPr/>
              <a:t>Supervision and mentoring capabilities</a:t>
            </a:r>
          </a:p>
          <a:p>
            <a:pPr lvl="0"/>
            <a:r>
              <a:rPr/>
              <a:t>Interdisciplinary communication</a:t>
            </a:r>
          </a:p>
          <a:p>
            <a:pPr lvl="0" indent="0" marL="0">
              <a:buNone/>
            </a:pPr>
            <a:r>
              <a:rPr/>
              <a:t>These skills are intended to be embedded throughout researchers’ careers, from early training through ongoing professional development, with the goal of making open science practices the standard rather than supplementary activities.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People to know; places to visit:</a:t>
            </a:r>
          </a:p>
        </p:txBody>
      </p:sp>
      <p:sp>
        <p:nvSpPr>
          <p:cNvPr id="3" name="Content Placeholder 2"/>
          <p:cNvSpPr>
            <a:spLocks noGrp="1"/>
          </p:cNvSpPr>
          <p:nvPr>
            <p:ph idx="1"/>
          </p:nvPr>
        </p:nvSpPr>
        <p:spPr/>
        <p:txBody>
          <a:bodyPr/>
          <a:lstStyle/>
          <a:p>
            <a:pPr lvl="0"/>
            <a:r>
              <a:rPr>
                <a:hlinkClick r:id="rId2"/>
              </a:rPr>
              <a:t>Open Science Community Utrecht</a:t>
            </a:r>
            <a:r>
              <a:rPr/>
              <a:t> (OSCU): Bottom-up group founded in 2018 for knowledge exchange, workshops, symposia, OSCoffee hours, podcasts, and policy input; over 300 members across faculties and career stages; financially supported by UU; has faculty ambassadors and inspired national/international networks like INOSC.</a:t>
            </a:r>
          </a:p>
          <a:p>
            <a:pPr lvl="0"/>
            <a:r>
              <a:rPr/>
              <a:t>Faculty Open Science Team (FOST): Operates at faculty level (e.g., </a:t>
            </a:r>
            <a:r>
              <a:rPr>
                <a:hlinkClick r:id="rId3"/>
              </a:rPr>
              <a:t>Faculty of Science</a:t>
            </a:r>
            <a:r>
              <a:rPr/>
              <a:t>, UMC Utrecht) to implement OS themes like FAIR data, open access, reproducibility; collects ideas, removes barriers, provides tools; Their roles include:</a:t>
            </a:r>
          </a:p>
          <a:p>
            <a:pPr lvl="1"/>
            <a:r>
              <a:rPr/>
              <a:t>Advisory function: Provide advice to the Faculty Board on translating university strategic open science principles into faculty context.</a:t>
            </a:r>
          </a:p>
          <a:p>
            <a:pPr lvl="1"/>
            <a:r>
              <a:rPr/>
              <a:t>Action initiation: Propose and start open science actions and projects within the faculty.</a:t>
            </a:r>
          </a:p>
          <a:p>
            <a:pPr lvl="1"/>
            <a:r>
              <a:rPr/>
              <a:t>Coordination and connection: Link horizontally/vertically between university Open Science Programme, tracks, and faculty activities; include at least one Fellow per track (Open Access, FAIR data/software, Public Engagement, Recognition &amp; Rewards), a Utrecht University Open Science Platform member, and OSCU Faculty Ambassador.</a:t>
            </a:r>
          </a:p>
          <a:p>
            <a:pPr lvl="1"/>
            <a:r>
              <a:rPr/>
              <a:t>Leadership commitment: Chaired by the Dean, who appoints members with relevant expertise across disciplines; at UMC Utrecht, members focus on specific OS topics and act as go-to contacts for questions, ideas, or promotion of OS principles.</a:t>
            </a:r>
          </a:p>
          <a:p>
            <a:pPr lvl="1"/>
            <a:r>
              <a:rPr/>
              <a:t>Expert support: Open Science Fellows act as role models, drivers of OS in the faculty, and provide track-specific input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Financial support from the university</a:t>
            </a:r>
          </a:p>
        </p:txBody>
      </p:sp>
      <p:sp>
        <p:nvSpPr>
          <p:cNvPr id="3" name="Content Placeholder 2"/>
          <p:cNvSpPr>
            <a:spLocks noGrp="1"/>
          </p:cNvSpPr>
          <p:nvPr>
            <p:ph idx="1"/>
          </p:nvPr>
        </p:nvSpPr>
        <p:spPr/>
        <p:txBody>
          <a:bodyPr/>
          <a:lstStyle/>
          <a:p>
            <a:pPr lvl="0" indent="0" marL="0">
              <a:spcBef>
                <a:spcPts val="3000"/>
              </a:spcBef>
              <a:buNone/>
            </a:pPr>
            <a:r>
              <a:rPr b="1"/>
              <a:t>Open Science impulses</a:t>
            </a:r>
          </a:p>
          <a:p>
            <a:pPr lvl="0"/>
            <a:r>
              <a:rPr>
                <a:hlinkClick r:id="rId2"/>
              </a:rPr>
              <a:t>Open Science Fund</a:t>
            </a:r>
            <a:r>
              <a:rPr/>
              <a:t> is the primary funding mechanism providing grants of €10,000–€15,000 for research teams and employees (scientific and non-scientific staff) from UU and UMC Utrecht to initiate, expand, or share open science practices. Projects are evaluated based on alignment with the university’s five open science themes: open access, FAIR data &amp; software, recognition and appreciation, public engagement, and open education. Preference is given to projects with potential for wide application across research areas, university education, or operations. Multiple application rounds occur annually, with decisions made by an independent panel of open science experts.</a:t>
            </a:r>
          </a:p>
          <a:p>
            <a:pPr lvl="0"/>
            <a:r>
              <a:rPr>
                <a:hlinkClick r:id="rId3"/>
              </a:rPr>
              <a:t>Public Engagement Seed Fund</a:t>
            </a:r>
            <a:r>
              <a:rPr/>
              <a:t> {until 2025} dedicated to public engagement activities, this fund supports projects bringing researchers and general audiences together around research questions, methods, and results. Grants up to €10,000 are available, with application deadlines typically in March and October each year.</a:t>
            </a:r>
          </a:p>
          <a:p>
            <a:pPr lvl="0"/>
            <a:r>
              <a:rPr/>
              <a:t>Open Access Funding several faculties offer full reimbursement of publication costs under certain conditions. Faculty-specific funds may also support Article Processing Charges (APCs) or Book Processing Charges (BPCs) for open access publishing, though availability varies by faculty.</a:t>
            </a:r>
          </a:p>
          <a:p>
            <a:pPr lvl="0"/>
            <a:r>
              <a:rPr/>
              <a:t>{potentially discontinued} FAIR Research IT Innovation Fund This separate fund awards grants of €25,000–€50,000 specifically for staff pursuing research IT projects aligned with FAIR principles.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forms of rewarding and encouragement</a:t>
            </a:r>
          </a:p>
        </p:txBody>
      </p:sp>
      <p:sp>
        <p:nvSpPr>
          <p:cNvPr id="3" name="Content Placeholder 2"/>
          <p:cNvSpPr>
            <a:spLocks noGrp="1"/>
          </p:cNvSpPr>
          <p:nvPr>
            <p:ph idx="1"/>
          </p:nvPr>
        </p:nvSpPr>
        <p:spPr/>
        <p:txBody>
          <a:bodyPr/>
          <a:lstStyle/>
          <a:p>
            <a:pPr lvl="0" indent="0" marL="0">
              <a:buNone/>
            </a:pPr>
            <a:r>
              <a:rPr/>
              <a:t>Beyond financial grants, Utrecht University provides several other rewards and recognition mechanisms to encourage open science practices: ### Structural and Career Recognition Utrecht University has implemented a new Recognition and Rewards system (based on the TRIPLE model) that evaluates and values all contributions according to open science principles. This system guides recruitment and selection procedures, meaning open science engagement can influence hiring and career advancement decisions. The university also facilitates mixed-role positions combining research with other tasks such as research IT, analytical laboratory work, or teaching innovation, creating alternative career pathways for those contributing to open science infrastructure.</a:t>
            </a:r>
          </a:p>
          <a:p>
            <a:pPr lvl="0" indent="0" marL="0">
              <a:spcBef>
                <a:spcPts val="3000"/>
              </a:spcBef>
              <a:buNone/>
            </a:pPr>
            <a:r>
              <a:rPr b="1"/>
              <a:t>Workforce Integration and Collaboration</a:t>
            </a:r>
          </a:p>
          <a:p>
            <a:pPr lvl="0" indent="0" marL="0">
              <a:buNone/>
            </a:pPr>
            <a:r>
              <a:rPr/>
              <a:t>Starting from the 2023/24 academic year, the university shifted from a strict division between academic and support staff to viewing all employees as university staff. This approach encourages more frequent collaboration across traditional boundaries and recognizes the vital contributions of non-academic staff—such as data managers, research IT specialists, and laboratory staff—to research and education, making their open science work more visible and valued.</a:t>
            </a:r>
          </a:p>
          <a:p>
            <a:pPr lvl="0" indent="0" marL="0">
              <a:spcBef>
                <a:spcPts val="3000"/>
              </a:spcBef>
              <a:buNone/>
            </a:pPr>
            <a:r>
              <a:rPr b="1"/>
              <a:t>System-wide Cultural Change</a:t>
            </a:r>
          </a:p>
          <a:p>
            <a:pPr lvl="0" indent="0" marL="0">
              <a:buNone/>
            </a:pPr>
            <a:r>
              <a:rPr/>
              <a:t>The university aims to normalize public engagement and stakeholder collaboration as standard research practice rather than supplementary activities. Collaborating with primary schools on education research or consulting with patients’ associations will receive the same recognition as attending academic conferences or publishing textbook chapters, fundamentally reshaping how impact and contribution are evaluated.</a:t>
            </a:r>
          </a:p>
          <a:p>
            <a:pPr lvl="0" indent="0" marL="0">
              <a:spcBef>
                <a:spcPts val="3000"/>
              </a:spcBef>
              <a:buNone/>
            </a:pPr>
            <a:r>
              <a:rPr b="1"/>
              <a:t>Potential Future Rewards</a:t>
            </a:r>
          </a:p>
          <a:p>
            <a:pPr lvl="0" indent="0" marL="0">
              <a:buNone/>
            </a:pPr>
            <a:r>
              <a:rPr/>
              <a:t>While under development, Utrecht University considers implementing additional recognition mechanisms such as open science badges or labels on PhD degree certificates, data champion schemes, sabbatical time for active open science contributors, and awards or gifts to researchers demonstrating exceptional open science engagement.</a:t>
            </a:r>
          </a:p>
          <a:p>
            <a:pPr lvl="0" indent="0" marL="1270000">
              <a:buNone/>
            </a:pPr>
            <a:r>
              <a:rPr sz="2000" b="1"/>
              <a:t>About this document</a:t>
            </a:r>
          </a:p>
          <a:p>
            <a:pPr lvl="0" indent="0" marL="1270000">
              <a:buNone/>
            </a:pPr>
            <a:r>
              <a:rPr sz="2000"/>
              <a:t>This page was created on April 1st 2026, by Sanli Faez. Contributors: Sanli Faez, Rashmi Shetti Last updated: April 1st 2026.</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Science resources at Utrecht University</dc:title>
  <dc:creator/>
  <cp:keywords/>
  <dcterms:created xsi:type="dcterms:W3CDTF">2026-06-01T14:30:33Z</dcterms:created>
  <dcterms:modified xsi:type="dcterms:W3CDTF">2026-06-01T14:30:33Z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ngines">
    <vt:lpwstr/>
  </property>
  <property fmtid="{D5CDD505-2E9C-101B-9397-08002B2CF9AE}" pid="4" name="fontsize">
    <vt:lpwstr>0.2em</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