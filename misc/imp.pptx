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1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5.5</c:v>
                </c:pt>
                <c:pt idx="1">
                  <c:v>1.8</c:v>
                </c:pt>
                <c:pt idx="2">
                  <c:v>8</c:v>
                </c:pt>
                <c:pt idx="3">
                  <c:v>8.9</c:v>
                </c:pt>
                <c:pt idx="4">
                  <c:v>2.6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3.2</c:v>
                </c:pt>
                <c:pt idx="2">
                  <c:v>9.1999999999999993</c:v>
                </c:pt>
                <c:pt idx="3">
                  <c:v>6.1</c:v>
                </c:pt>
                <c:pt idx="4">
                  <c:v>1.8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191-D649-9278-34CC41A0C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1415744"/>
        <c:axId val="241413952"/>
      </c:scatterChart>
      <c:valAx>
        <c:axId val="24141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1413952"/>
        <c:crosses val="autoZero"/>
        <c:crossBetween val="midCat"/>
      </c:valAx>
      <c:valAx>
        <c:axId val="2414139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14157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DF3D4-7B9F-3C8B-7748-7187C8115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1FA0C-DE45-FDAB-75A2-661A2E012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CFA83-7241-7AAC-6EBA-84D91963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88CC7-7143-03F7-9ABC-7F7148E2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CCD6A-3DCB-C0B6-E729-1CF5E2F3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4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80EC-1674-3CF6-EB81-4F3FE928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52E3-88D2-0212-11B3-F7D96089B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2F3EA-D21A-2433-8702-22B6FDFB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947DC-2597-BA1C-72FA-B954DBC0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F1A11-D612-82C2-75F7-882DD5E5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7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9B315-5E98-60DE-3B84-26E0E141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AFA83-323C-4EF3-61E8-56C64D307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5C488-DADD-0246-076B-0932E15F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34C92-A2BD-BAD0-CA1D-07BBBFE3F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D78F8-199F-DCAA-5BBC-F3272E02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B3FA-6A6F-2991-289E-822464A8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F9086-7574-3CB0-642D-A70F9C7D6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5279-D427-AE01-E4A7-B2483F57A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E7FAD-60BD-CF2D-CF99-4F53FED1A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C2E27-65DA-1E63-F42C-EC91DD6E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E7A7C-7DFD-2868-C329-EDF18C40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4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CD8E-D067-13E7-644C-C81746EC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D9604-2530-B515-33DD-A10C2E539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ACB73-0C8C-CACA-DF4F-2311F6AE0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582CC-9AC6-053A-E9CC-25A5935BB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A2E7B-F94E-9F1E-763D-272E71703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D2E66-63E5-16F6-BE64-0F7D9AAE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3C16F-D976-A4ED-2402-5850B68E7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C0439-071B-2294-94F9-F906520E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DC2E-0B45-8944-1C3A-AFC3C8896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3CE9E-29B1-11A2-BD75-077A18BD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51CF5-1DBA-188E-CC97-CA9CACE2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D5C5B-566A-4D86-6FEB-D7B94E3B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2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660F18-0FA0-4C8C-C889-184F68C68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D84CE-05F1-C219-1C62-ACA6F93D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655DF-9C37-F80E-B2CB-B4667860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8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2A5E-0AAD-EC25-5FA3-3E27C41E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D6D76-C86A-86DA-1D7B-EA3E4AAAD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25548-0BBC-2766-3CDA-99CF62B66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09770-083C-B8D5-DEAA-8C21D9D9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70461-82AC-B963-6987-A9D2D1C2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6A927-528D-B0B3-4C0D-2A0CF924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7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B198-2B85-3B91-68F3-5362C4B5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EF98C-673D-EDE8-9F63-4D0DBC788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F7860-4096-267E-88E8-CE3AE6CAE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4D0CF-100A-E15D-53CE-0614B464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C794A-1261-52E0-6BB3-F30FCD2B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34640-120A-CA9B-76D0-079F391B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9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152C-AB8C-2C53-484C-378667F1A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E8211-5080-78A8-A166-EFC161EE6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0D692-3E15-669C-0C6E-2B577E3A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C0CEF-E0B4-AC9F-9EBA-9982F7D4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52449-1ACF-03BF-0828-6EF340BF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36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DECDD4-3FED-4478-3CA4-F1751102D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529CF-C1A9-5A0A-93C0-0DD3D0730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A8F04-F30F-A5FA-3C22-851E0E08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DACED-F7FA-BBAF-0820-AE3D56B2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956F6-CC6A-F604-6A31-CC45D9D2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6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42588-C59E-814A-1956-7AFCE791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A2054-5E84-C7DF-329F-6807B2ADC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53CB5-9B7C-58DE-69ED-DFD4B1250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E4506-1C11-B242-BA55-189DF86DE647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7D939-BAAD-9A50-142E-BD8841C9B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DE20A-2817-A6A8-8BA4-092D069F8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68008-C419-7844-A026-9DA84D777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3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AE8B98-D3F6-E547-BDC5-3D3EF50A1333}"/>
              </a:ext>
            </a:extLst>
          </p:cNvPr>
          <p:cNvSpPr/>
          <p:nvPr/>
        </p:nvSpPr>
        <p:spPr>
          <a:xfrm>
            <a:off x="4491665" y="3700117"/>
            <a:ext cx="1083339" cy="179835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7B8E44-8ACF-35B1-F67B-179BEA273DC7}"/>
              </a:ext>
            </a:extLst>
          </p:cNvPr>
          <p:cNvSpPr/>
          <p:nvPr/>
        </p:nvSpPr>
        <p:spPr>
          <a:xfrm>
            <a:off x="4374707" y="3827712"/>
            <a:ext cx="1083339" cy="179835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5DE37-FEBD-0830-22EF-D40418388325}"/>
              </a:ext>
            </a:extLst>
          </p:cNvPr>
          <p:cNvSpPr/>
          <p:nvPr/>
        </p:nvSpPr>
        <p:spPr>
          <a:xfrm>
            <a:off x="4257749" y="3955307"/>
            <a:ext cx="1083339" cy="179835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20C584-3BEC-AA36-AD9D-DFCFE319E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07936"/>
              </p:ext>
            </p:extLst>
          </p:nvPr>
        </p:nvGraphicFramePr>
        <p:xfrm>
          <a:off x="1138865" y="4082902"/>
          <a:ext cx="1083339" cy="1798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113">
                  <a:extLst>
                    <a:ext uri="{9D8B030D-6E8A-4147-A177-3AD203B41FA5}">
                      <a16:colId xmlns:a16="http://schemas.microsoft.com/office/drawing/2014/main" val="603634734"/>
                    </a:ext>
                  </a:extLst>
                </a:gridCol>
                <a:gridCol w="361113">
                  <a:extLst>
                    <a:ext uri="{9D8B030D-6E8A-4147-A177-3AD203B41FA5}">
                      <a16:colId xmlns:a16="http://schemas.microsoft.com/office/drawing/2014/main" val="706022679"/>
                    </a:ext>
                  </a:extLst>
                </a:gridCol>
                <a:gridCol w="361113">
                  <a:extLst>
                    <a:ext uri="{9D8B030D-6E8A-4147-A177-3AD203B41FA5}">
                      <a16:colId xmlns:a16="http://schemas.microsoft.com/office/drawing/2014/main" val="1662012880"/>
                    </a:ext>
                  </a:extLst>
                </a:gridCol>
              </a:tblGrid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768963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B61A51"/>
                          </a:solidFill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36997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B61A51"/>
                          </a:solidFill>
                        </a:rPr>
                        <a:t>NA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754258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147752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2104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D16522-9425-AF81-B63B-62AB3C4AB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947761"/>
              </p:ext>
            </p:extLst>
          </p:nvPr>
        </p:nvGraphicFramePr>
        <p:xfrm>
          <a:off x="4140791" y="4082902"/>
          <a:ext cx="1083339" cy="1798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113">
                  <a:extLst>
                    <a:ext uri="{9D8B030D-6E8A-4147-A177-3AD203B41FA5}">
                      <a16:colId xmlns:a16="http://schemas.microsoft.com/office/drawing/2014/main" val="603634734"/>
                    </a:ext>
                  </a:extLst>
                </a:gridCol>
                <a:gridCol w="361113">
                  <a:extLst>
                    <a:ext uri="{9D8B030D-6E8A-4147-A177-3AD203B41FA5}">
                      <a16:colId xmlns:a16="http://schemas.microsoft.com/office/drawing/2014/main" val="706022679"/>
                    </a:ext>
                  </a:extLst>
                </a:gridCol>
                <a:gridCol w="361113">
                  <a:extLst>
                    <a:ext uri="{9D8B030D-6E8A-4147-A177-3AD203B41FA5}">
                      <a16:colId xmlns:a16="http://schemas.microsoft.com/office/drawing/2014/main" val="1662012880"/>
                    </a:ext>
                  </a:extLst>
                </a:gridCol>
              </a:tblGrid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768963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B61A51"/>
                          </a:solidFill>
                        </a:rPr>
                        <a:t>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936997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B61A5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754258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147752"/>
                  </a:ext>
                </a:extLst>
              </a:tr>
              <a:tr h="359670">
                <a:tc>
                  <a:txBody>
                    <a:bodyPr/>
                    <a:lstStyle/>
                    <a:p>
                      <a:r>
                        <a:rPr lang="en-US" sz="1000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210489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351B06A-C6DF-D3D1-EB14-7556984224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08902"/>
              </p:ext>
            </p:extLst>
          </p:nvPr>
        </p:nvGraphicFramePr>
        <p:xfrm>
          <a:off x="626138" y="450441"/>
          <a:ext cx="2108791" cy="2978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039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Oberman, H.I. (Hanne)</dc:creator>
  <cp:lastModifiedBy>Oberman, H.I. (Hanne)</cp:lastModifiedBy>
  <cp:revision>2</cp:revision>
  <dcterms:created xsi:type="dcterms:W3CDTF">2026-07-07T11:22:58Z</dcterms:created>
  <dcterms:modified xsi:type="dcterms:W3CDTF">2026-07-07T12:23:54Z</dcterms:modified>
</cp:coreProperties>
</file>