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72" r:id="rId1"/>
  </p:sldMasterIdLst>
  <p:notesMasterIdLst>
    <p:notesMasterId r:id="rId3"/>
  </p:notesMasterIdLst>
  <p:sldIdLst>
    <p:sldId id="256" r:id="rId2"/>
  </p:sldIdLst>
  <p:sldSz cx="32918400" cy="21945600"/>
  <p:notesSz cx="6858000" cy="9144000"/>
  <p:defaultTextStyle>
    <a:defPPr lvl="0">
      <a:defRPr lang="nl-NL"/>
    </a:defPPr>
    <a:lvl1pPr marL="0" lvl="1" algn="l" defTabSz="914400" rtl="0" eaLnBrk="1" latinLnBrk="0" hangingPunct="1">
      <a:defRPr sz="1800" kern="1200">
        <a:solidFill>
          <a:schemeClr val="tx1"/>
        </a:solidFill>
        <a:latin typeface="+mn-lt"/>
        <a:ea typeface="+mn-ea"/>
        <a:cs typeface="+mn-cs"/>
      </a:defRPr>
    </a:lvl1pPr>
    <a:lvl2pPr marL="457200" lvl="2" algn="l" defTabSz="914400" rtl="0" eaLnBrk="1" latinLnBrk="0" hangingPunct="1">
      <a:defRPr sz="1800" kern="1200">
        <a:solidFill>
          <a:schemeClr val="tx1"/>
        </a:solidFill>
        <a:latin typeface="+mn-lt"/>
        <a:ea typeface="+mn-ea"/>
        <a:cs typeface="+mn-cs"/>
      </a:defRPr>
    </a:lvl2pPr>
    <a:lvl3pPr marL="914400" lvl="3" algn="l" defTabSz="914400" rtl="0" eaLnBrk="1" latinLnBrk="0" hangingPunct="1">
      <a:defRPr sz="1800" kern="1200">
        <a:solidFill>
          <a:schemeClr val="tx1"/>
        </a:solidFill>
        <a:latin typeface="+mn-lt"/>
        <a:ea typeface="+mn-ea"/>
        <a:cs typeface="+mn-cs"/>
      </a:defRPr>
    </a:lvl3pPr>
    <a:lvl4pPr marL="1371600" lvl="4"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3441" userDrawn="1">
          <p15:clr>
            <a:srgbClr val="A4A3A4"/>
          </p15:clr>
        </p15:guide>
        <p15:guide id="2" pos="20735"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prnPr/>
  <p:clrMru>
    <a:srgbClr val="FFCD00"/>
    <a:srgbClr val="FFCB00"/>
    <a:srgbClr val="FCE1BE"/>
    <a:srgbClr val="FADAB3"/>
    <a:srgbClr val="FEE7C9"/>
    <a:srgbClr val="E47823"/>
    <a:srgbClr val="005857"/>
    <a:srgbClr val="027077"/>
    <a:srgbClr val="FFEED6"/>
    <a:srgbClr val="006060"/>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C930FB71-4C98-3D43-AF34-BDAA20CE95DD}" v="1" dt="2025-07-17T12:25:48.214"/>
  </p1510:revLst>
</p1510:revInfo>
</file>

<file path=ppt/tableStyles.xml><?xml version="1.0" encoding="utf-8"?>
<a:tblStyleLst xmlns:a="http://schemas.openxmlformats.org/drawingml/2006/main" def="{5C22544A-7EE6-4342-B048-85BDC9FD1C3A}">
  <a:tblStyle styleId="{68D230F3-CF80-4859-8CE7-A43EE81993B5}" styleName="Stijl, licht 1 - Accent 6">
    <a:wholeTbl>
      <a:tcTxStyle>
        <a:fontRef idx="minor">
          <a:scrgbClr r="0" g="0" b="0"/>
        </a:fontRef>
        <a:schemeClr val="tx1"/>
      </a:tcTxStyle>
      <a:tcStyle>
        <a:tcBdr>
          <a:left>
            <a:ln>
              <a:noFill/>
            </a:ln>
          </a:left>
          <a:right>
            <a:ln>
              <a:noFill/>
            </a:ln>
          </a:right>
          <a:top>
            <a:ln w="12700" cmpd="sng">
              <a:solidFill>
                <a:schemeClr val="accent6"/>
              </a:solidFill>
            </a:ln>
          </a:top>
          <a:bottom>
            <a:ln w="12700" cmpd="sng">
              <a:solidFill>
                <a:schemeClr val="accent6"/>
              </a:solidFill>
            </a:ln>
          </a:bottom>
          <a:insideH>
            <a:ln>
              <a:noFill/>
            </a:ln>
          </a:insideH>
          <a:insideV>
            <a:ln>
              <a:noFill/>
            </a:ln>
          </a:insideV>
        </a:tcBdr>
        <a:fill>
          <a:noFill/>
        </a:fill>
      </a:tcStyle>
    </a:wholeTbl>
    <a:band1H>
      <a:tcStyle>
        <a:tcBdr/>
        <a:fill>
          <a:solidFill>
            <a:schemeClr val="accent6">
              <a:alpha val="20000"/>
            </a:schemeClr>
          </a:solidFill>
        </a:fill>
      </a:tcStyle>
    </a:band1H>
    <a:band2H>
      <a:tcStyle>
        <a:tcBdr/>
      </a:tcStyle>
    </a:band2H>
    <a:band1V>
      <a:tcStyle>
        <a:tcBdr/>
        <a:fill>
          <a:solidFill>
            <a:schemeClr val="accent6">
              <a:alpha val="20000"/>
            </a:schemeClr>
          </a:solidFill>
        </a:fill>
      </a:tcStyle>
    </a:band1V>
    <a:lastCol>
      <a:tcTxStyle b="on"/>
      <a:tcStyle>
        <a:tcBdr/>
      </a:tcStyle>
    </a:lastCol>
    <a:firstCol>
      <a:tcTxStyle b="on"/>
      <a:tcStyle>
        <a:tcBdr/>
      </a:tcStyle>
    </a:firstCol>
    <a:lastRow>
      <a:tcTxStyle b="on"/>
      <a:tcStyle>
        <a:tcBdr>
          <a:top>
            <a:ln w="12700" cmpd="sng">
              <a:solidFill>
                <a:schemeClr val="accent6"/>
              </a:solidFill>
            </a:ln>
          </a:top>
        </a:tcBdr>
        <a:fill>
          <a:noFill/>
        </a:fill>
      </a:tcStyle>
    </a:lastRow>
    <a:firstRow>
      <a:tcTxStyle b="on"/>
      <a:tcStyle>
        <a:tcBdr>
          <a:bottom>
            <a:ln w="12700" cmpd="sng">
              <a:solidFill>
                <a:schemeClr val="accent6"/>
              </a:solidFill>
            </a:ln>
          </a:bottom>
        </a:tcBdr>
        <a:fill>
          <a:noFill/>
        </a:fill>
      </a:tcStyle>
    </a:firstRow>
  </a:tblStyle>
  <a:tblStyle styleId="{93296810-A885-4BE3-A3E7-6D5BEEA58F35}" styleName="Stijl, gemiddeld 2 - Accent 6">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6">
              <a:tint val="20000"/>
            </a:schemeClr>
          </a:solidFill>
        </a:fill>
      </a:tcStyle>
    </a:wholeTbl>
    <a:band1H>
      <a:tcStyle>
        <a:tcBdr/>
        <a:fill>
          <a:solidFill>
            <a:schemeClr val="accent6">
              <a:tint val="40000"/>
            </a:schemeClr>
          </a:solidFill>
        </a:fill>
      </a:tcStyle>
    </a:band1H>
    <a:band2H>
      <a:tcStyle>
        <a:tcBdr/>
      </a:tcStyle>
    </a:band2H>
    <a:band1V>
      <a:tcStyle>
        <a:tcBdr/>
        <a:fill>
          <a:solidFill>
            <a:schemeClr val="accent6">
              <a:tint val="40000"/>
            </a:schemeClr>
          </a:solidFill>
        </a:fill>
      </a:tcStyle>
    </a:band1V>
    <a:band2V>
      <a:tcStyle>
        <a:tcBdr/>
      </a:tcStyle>
    </a:band2V>
    <a:lastCol>
      <a:tcTxStyle b="on">
        <a:fontRef idx="minor">
          <a:prstClr val="black"/>
        </a:fontRef>
        <a:schemeClr val="lt1"/>
      </a:tcTxStyle>
      <a:tcStyle>
        <a:tcBdr/>
        <a:fill>
          <a:solidFill>
            <a:schemeClr val="accent6"/>
          </a:solidFill>
        </a:fill>
      </a:tcStyle>
    </a:lastCol>
    <a:firstCol>
      <a:tcTxStyle b="on">
        <a:fontRef idx="minor">
          <a:prstClr val="black"/>
        </a:fontRef>
        <a:schemeClr val="lt1"/>
      </a:tcTxStyle>
      <a:tcStyle>
        <a:tcBdr/>
        <a:fill>
          <a:solidFill>
            <a:schemeClr val="accent6"/>
          </a:solidFill>
        </a:fill>
      </a:tcStyle>
    </a:firstCol>
    <a:lastRow>
      <a:tcTxStyle b="on">
        <a:fontRef idx="minor">
          <a:prstClr val="black"/>
        </a:fontRef>
        <a:schemeClr val="lt1"/>
      </a:tcTxStyle>
      <a:tcStyle>
        <a:tcBdr>
          <a:top>
            <a:ln w="38100" cmpd="sng">
              <a:solidFill>
                <a:schemeClr val="lt1"/>
              </a:solidFill>
            </a:ln>
          </a:top>
        </a:tcBdr>
        <a:fill>
          <a:solidFill>
            <a:schemeClr val="accent6"/>
          </a:solidFill>
        </a:fill>
      </a:tcStyle>
    </a:lastRow>
    <a:firstRow>
      <a:tcTxStyle b="on">
        <a:fontRef idx="minor">
          <a:prstClr val="black"/>
        </a:fontRef>
        <a:schemeClr val="lt1"/>
      </a:tcTxStyle>
      <a:tcStyle>
        <a:tcBdr>
          <a:bottom>
            <a:ln w="38100" cmpd="sng">
              <a:solidFill>
                <a:schemeClr val="lt1"/>
              </a:solidFill>
            </a:ln>
          </a:bottom>
        </a:tcBdr>
        <a:fill>
          <a:solidFill>
            <a:schemeClr val="accent6"/>
          </a:solidFill>
        </a:fill>
      </a:tcStyle>
    </a:firstRow>
  </a:tblStyle>
  <a:tblStyle styleId="{16D9F66E-5EB9-4882-86FB-DCBF35E3C3E4}" styleName="Stijl, gemiddeld 4 - Accent 6">
    <a:wholeTbl>
      <a:tcTxStyle>
        <a:fontRef idx="minor">
          <a:scrgbClr r="0" g="0" b="0"/>
        </a:fontRef>
        <a:schemeClr val="dk1"/>
      </a:tcTxStyle>
      <a:tcStyle>
        <a:tcBdr>
          <a:left>
            <a:ln w="12700" cmpd="sng">
              <a:solidFill>
                <a:schemeClr val="accent6"/>
              </a:solidFill>
            </a:ln>
          </a:left>
          <a:right>
            <a:ln w="12700" cmpd="sng">
              <a:solidFill>
                <a:schemeClr val="accent6"/>
              </a:solidFill>
            </a:ln>
          </a:right>
          <a:top>
            <a:ln w="12700" cmpd="sng">
              <a:solidFill>
                <a:schemeClr val="accent6"/>
              </a:solidFill>
            </a:ln>
          </a:top>
          <a:bottom>
            <a:ln w="12700" cmpd="sng">
              <a:solidFill>
                <a:schemeClr val="accent6"/>
              </a:solidFill>
            </a:ln>
          </a:bottom>
          <a:insideH>
            <a:ln w="12700" cmpd="sng">
              <a:solidFill>
                <a:schemeClr val="accent6"/>
              </a:solidFill>
            </a:ln>
          </a:insideH>
          <a:insideV>
            <a:ln w="12700" cmpd="sng">
              <a:solidFill>
                <a:schemeClr val="accent6"/>
              </a:solidFill>
            </a:ln>
          </a:insideV>
        </a:tcBdr>
        <a:fill>
          <a:solidFill>
            <a:schemeClr val="accent6">
              <a:tint val="20000"/>
            </a:schemeClr>
          </a:solidFill>
        </a:fill>
      </a:tcStyle>
    </a:wholeTbl>
    <a:band1H>
      <a:tcStyle>
        <a:tcBdr/>
        <a:fill>
          <a:solidFill>
            <a:schemeClr val="accent6">
              <a:tint val="40000"/>
            </a:schemeClr>
          </a:solidFill>
        </a:fill>
      </a:tcStyle>
    </a:band1H>
    <a:band1V>
      <a:tcStyle>
        <a:tcBdr/>
        <a:fill>
          <a:solidFill>
            <a:schemeClr val="accent6">
              <a:tint val="40000"/>
            </a:schemeClr>
          </a:solidFill>
        </a:fill>
      </a:tcStyle>
    </a:band1V>
    <a:lastCol>
      <a:tcTxStyle b="on"/>
      <a:tcStyle>
        <a:tcBdr/>
      </a:tcStyle>
    </a:lastCol>
    <a:firstCol>
      <a:tcTxStyle b="on"/>
      <a:tcStyle>
        <a:tcBdr/>
      </a:tcStyle>
    </a:firstCol>
    <a:lastRow>
      <a:tcTxStyle b="on"/>
      <a:tcStyle>
        <a:tcBdr>
          <a:top>
            <a:ln w="25400" cmpd="sng">
              <a:solidFill>
                <a:schemeClr val="accent6"/>
              </a:solidFill>
            </a:ln>
          </a:top>
        </a:tcBdr>
        <a:fill>
          <a:solidFill>
            <a:schemeClr val="accent6">
              <a:tint val="20000"/>
            </a:schemeClr>
          </a:solidFill>
        </a:fill>
      </a:tcStyle>
    </a:lastRow>
    <a:firstRow>
      <a:tcTxStyle b="on"/>
      <a:tcStyle>
        <a:tcBdr/>
        <a:fill>
          <a:solidFill>
            <a:schemeClr val="accent6">
              <a:tint val="20000"/>
            </a:schemeClr>
          </a:solidFill>
        </a:fill>
      </a:tcStyle>
    </a:firstRow>
  </a:tblStyle>
  <a:tblStyle styleId="{08FB837D-C827-4EFA-A057-4D05807E0F7C}" styleName="Stijl, thema 1 - Accent 6">
    <a:tblBg>
      <a:fillRef idx="2">
        <a:schemeClr val="accent6"/>
      </a:fillRef>
      <a:effectRef idx="1">
        <a:schemeClr val="accent6"/>
      </a:effectRef>
    </a:tblBg>
    <a:wholeTbl>
      <a:tcTxStyle>
        <a:fontRef idx="minor">
          <a:scrgbClr r="0" g="0" b="0"/>
        </a:fontRef>
        <a:schemeClr val="dk1"/>
      </a:tcTxStyle>
      <a:tcStyle>
        <a:tcBdr>
          <a:left>
            <a:lnRef idx="1">
              <a:schemeClr val="accent6"/>
            </a:lnRef>
          </a:left>
          <a:right>
            <a:lnRef idx="1">
              <a:schemeClr val="accent6"/>
            </a:lnRef>
          </a:right>
          <a:top>
            <a:lnRef idx="1">
              <a:schemeClr val="accent6"/>
            </a:lnRef>
          </a:top>
          <a:bottom>
            <a:lnRef idx="1">
              <a:schemeClr val="accent6"/>
            </a:lnRef>
          </a:bottom>
          <a:insideH>
            <a:lnRef idx="1">
              <a:schemeClr val="accent6"/>
            </a:lnRef>
          </a:insideH>
          <a:insideV>
            <a:lnRef idx="1">
              <a:schemeClr val="accent6"/>
            </a:lnRef>
          </a:insideV>
        </a:tcBdr>
        <a:fill>
          <a:noFill/>
        </a:fill>
      </a:tcStyle>
    </a:wholeTbl>
    <a:band1H>
      <a:tcStyle>
        <a:tcBdr/>
        <a:fill>
          <a:solidFill>
            <a:schemeClr val="accent6">
              <a:alpha val="40000"/>
            </a:schemeClr>
          </a:solidFill>
        </a:fill>
      </a:tcStyle>
    </a:band1H>
    <a:band2H>
      <a:tcStyle>
        <a:tcBdr/>
      </a:tcStyle>
    </a:band2H>
    <a:band1V>
      <a:tcStyle>
        <a:tcBdr>
          <a:top>
            <a:lnRef idx="1">
              <a:schemeClr val="accent6"/>
            </a:lnRef>
          </a:top>
          <a:bottom>
            <a:lnRef idx="1">
              <a:schemeClr val="accent6"/>
            </a:lnRef>
          </a:bottom>
        </a:tcBdr>
        <a:fill>
          <a:solidFill>
            <a:schemeClr val="accent6">
              <a:alpha val="40000"/>
            </a:schemeClr>
          </a:solidFill>
        </a:fill>
      </a:tcStyle>
    </a:band1V>
    <a:band2V>
      <a:tcStyle>
        <a:tcBdr/>
      </a:tcStyle>
    </a:band2V>
    <a:lastCol>
      <a:tcTxStyle b="on"/>
      <a:tcStyle>
        <a:tcBdr>
          <a:left>
            <a:lnRef idx="2">
              <a:schemeClr val="accent6"/>
            </a:lnRef>
          </a:left>
          <a:right>
            <a:lnRef idx="1">
              <a:schemeClr val="accent6"/>
            </a:lnRef>
          </a:right>
          <a:top>
            <a:lnRef idx="1">
              <a:schemeClr val="accent6"/>
            </a:lnRef>
          </a:top>
          <a:bottom>
            <a:lnRef idx="1">
              <a:schemeClr val="accent6"/>
            </a:lnRef>
          </a:bottom>
          <a:insideH>
            <a:lnRef idx="1">
              <a:schemeClr val="accent6"/>
            </a:lnRef>
          </a:insideH>
          <a:insideV>
            <a:ln>
              <a:noFill/>
            </a:ln>
          </a:insideV>
        </a:tcBdr>
      </a:tcStyle>
    </a:lastCol>
    <a:firstCol>
      <a:tcTxStyle b="on"/>
      <a:tcStyle>
        <a:tcBdr>
          <a:left>
            <a:lnRef idx="1">
              <a:schemeClr val="accent6"/>
            </a:lnRef>
          </a:left>
          <a:right>
            <a:lnRef idx="2">
              <a:schemeClr val="accent6"/>
            </a:lnRef>
          </a:right>
          <a:top>
            <a:lnRef idx="1">
              <a:schemeClr val="accent6"/>
            </a:lnRef>
          </a:top>
          <a:bottom>
            <a:lnRef idx="1">
              <a:schemeClr val="accent6"/>
            </a:lnRef>
          </a:bottom>
          <a:insideH>
            <a:lnRef idx="1">
              <a:schemeClr val="accent6"/>
            </a:lnRef>
          </a:insideH>
          <a:insideV>
            <a:ln>
              <a:noFill/>
            </a:ln>
          </a:insideV>
        </a:tcBdr>
      </a:tcStyle>
    </a:firstCol>
    <a:lastRow>
      <a:tcTxStyle b="on"/>
      <a:tcStyle>
        <a:tcBdr>
          <a:left>
            <a:lnRef idx="1">
              <a:schemeClr val="accent6"/>
            </a:lnRef>
          </a:left>
          <a:right>
            <a:lnRef idx="1">
              <a:schemeClr val="accent6"/>
            </a:lnRef>
          </a:right>
          <a:top>
            <a:lnRef idx="2">
              <a:schemeClr val="accent6"/>
            </a:lnRef>
          </a:top>
          <a:bottom>
            <a:lnRef idx="2">
              <a:schemeClr val="accent6"/>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6"/>
            </a:lnRef>
          </a:left>
          <a:right>
            <a:lnRef idx="1">
              <a:schemeClr val="accent6"/>
            </a:lnRef>
          </a:right>
          <a:top>
            <a:lnRef idx="1">
              <a:schemeClr val="accent6"/>
            </a:lnRef>
          </a:top>
          <a:bottom>
            <a:lnRef idx="2">
              <a:schemeClr val="lt1"/>
            </a:lnRef>
          </a:bottom>
          <a:insideH>
            <a:ln>
              <a:noFill/>
            </a:ln>
          </a:insideH>
          <a:insideV>
            <a:ln>
              <a:noFill/>
            </a:ln>
          </a:insideV>
        </a:tcBdr>
        <a:fill>
          <a:solidFill>
            <a:schemeClr val="accent6"/>
          </a:solidFill>
        </a:fill>
      </a:tcStyle>
    </a:firstRow>
  </a:tblStyle>
  <a:tblStyle styleId="{3C2FFA5D-87B4-456A-9821-1D502468CF0F}" styleName="Stijl, thema 1 - Accent 1">
    <a:tblBg>
      <a:fillRef idx="2">
        <a:schemeClr val="accent1"/>
      </a:fillRef>
      <a:effectRef idx="1">
        <a:schemeClr val="accent1"/>
      </a:effectRef>
    </a:tblBg>
    <a:wholeTbl>
      <a:tcTxStyle>
        <a:fontRef idx="minor">
          <a:scrgbClr r="0" g="0" b="0"/>
        </a:fontRef>
        <a:schemeClr val="dk1"/>
      </a:tcTxStyle>
      <a:tcStyle>
        <a:tcBdr>
          <a:left>
            <a:lnRef idx="1">
              <a:schemeClr val="accent1"/>
            </a:lnRef>
          </a:left>
          <a:right>
            <a:lnRef idx="1">
              <a:schemeClr val="accent1"/>
            </a:lnRef>
          </a:right>
          <a:top>
            <a:lnRef idx="1">
              <a:schemeClr val="accent1"/>
            </a:lnRef>
          </a:top>
          <a:bottom>
            <a:lnRef idx="1">
              <a:schemeClr val="accent1"/>
            </a:lnRef>
          </a:bottom>
          <a:insideH>
            <a:lnRef idx="1">
              <a:schemeClr val="accent1"/>
            </a:lnRef>
          </a:insideH>
          <a:insideV>
            <a:lnRef idx="1">
              <a:schemeClr val="accent1"/>
            </a:lnRef>
          </a:insideV>
        </a:tcBdr>
        <a:fill>
          <a:noFill/>
        </a:fill>
      </a:tcStyle>
    </a:wholeTbl>
    <a:band1H>
      <a:tcStyle>
        <a:tcBdr/>
        <a:fill>
          <a:solidFill>
            <a:schemeClr val="accent1">
              <a:alpha val="40000"/>
            </a:schemeClr>
          </a:solidFill>
        </a:fill>
      </a:tcStyle>
    </a:band1H>
    <a:band2H>
      <a:tcStyle>
        <a:tcBdr/>
      </a:tcStyle>
    </a:band2H>
    <a:band1V>
      <a:tcStyle>
        <a:tcBdr>
          <a:top>
            <a:lnRef idx="1">
              <a:schemeClr val="accent1"/>
            </a:lnRef>
          </a:top>
          <a:bottom>
            <a:lnRef idx="1">
              <a:schemeClr val="accent1"/>
            </a:lnRef>
          </a:bottom>
        </a:tcBdr>
        <a:fill>
          <a:solidFill>
            <a:schemeClr val="accent1">
              <a:alpha val="40000"/>
            </a:schemeClr>
          </a:solidFill>
        </a:fill>
      </a:tcStyle>
    </a:band1V>
    <a:band2V>
      <a:tcStyle>
        <a:tcBdr/>
      </a:tcStyle>
    </a:band2V>
    <a:lastCol>
      <a:tcTxStyle b="on"/>
      <a:tcStyle>
        <a:tcBdr>
          <a:left>
            <a:lnRef idx="2">
              <a:schemeClr val="accent1"/>
            </a:lnRef>
          </a:left>
          <a:right>
            <a:lnRef idx="1">
              <a:schemeClr val="accent1"/>
            </a:lnRef>
          </a:right>
          <a:top>
            <a:lnRef idx="1">
              <a:schemeClr val="accent1"/>
            </a:lnRef>
          </a:top>
          <a:bottom>
            <a:lnRef idx="1">
              <a:schemeClr val="accent1"/>
            </a:lnRef>
          </a:bottom>
          <a:insideH>
            <a:lnRef idx="1">
              <a:schemeClr val="accent1"/>
            </a:lnRef>
          </a:insideH>
          <a:insideV>
            <a:ln>
              <a:noFill/>
            </a:ln>
          </a:insideV>
        </a:tcBdr>
      </a:tcStyle>
    </a:lastCol>
    <a:firstCol>
      <a:tcTxStyle b="on"/>
      <a:tcStyle>
        <a:tcBdr>
          <a:left>
            <a:lnRef idx="1">
              <a:schemeClr val="accent1"/>
            </a:lnRef>
          </a:left>
          <a:right>
            <a:lnRef idx="2">
              <a:schemeClr val="accent1"/>
            </a:lnRef>
          </a:right>
          <a:top>
            <a:lnRef idx="1">
              <a:schemeClr val="accent1"/>
            </a:lnRef>
          </a:top>
          <a:bottom>
            <a:lnRef idx="1">
              <a:schemeClr val="accent1"/>
            </a:lnRef>
          </a:bottom>
          <a:insideH>
            <a:lnRef idx="1">
              <a:schemeClr val="accent1"/>
            </a:lnRef>
          </a:insideH>
          <a:insideV>
            <a:ln>
              <a:noFill/>
            </a:ln>
          </a:insideV>
        </a:tcBdr>
      </a:tcStyle>
    </a:firstCol>
    <a:lastRow>
      <a:tcTxStyle b="on"/>
      <a:tcStyle>
        <a:tcBdr>
          <a:left>
            <a:lnRef idx="1">
              <a:schemeClr val="accent1"/>
            </a:lnRef>
          </a:left>
          <a:right>
            <a:lnRef idx="1">
              <a:schemeClr val="accent1"/>
            </a:lnRef>
          </a:right>
          <a:top>
            <a:lnRef idx="2">
              <a:schemeClr val="accent1"/>
            </a:lnRef>
          </a:top>
          <a:bottom>
            <a:lnRef idx="2">
              <a:schemeClr val="accent1"/>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1"/>
            </a:lnRef>
          </a:left>
          <a:right>
            <a:lnRef idx="1">
              <a:schemeClr val="accent1"/>
            </a:lnRef>
          </a:right>
          <a:top>
            <a:lnRef idx="1">
              <a:schemeClr val="accent1"/>
            </a:lnRef>
          </a:top>
          <a:bottom>
            <a:lnRef idx="2">
              <a:schemeClr val="lt1"/>
            </a:lnRef>
          </a:bottom>
          <a:insideH>
            <a:ln>
              <a:noFill/>
            </a:ln>
          </a:insideH>
          <a:insideV>
            <a:ln>
              <a:noFill/>
            </a:ln>
          </a:insideV>
        </a:tcBdr>
        <a:fill>
          <a:solidFill>
            <a:schemeClr val="accent1"/>
          </a:solidFill>
        </a:fill>
      </a:tcStyle>
    </a:firstRow>
  </a:tblStyle>
  <a:tblStyle styleId="{35758FB7-9AC5-4552-8A53-C91805E547FA}" styleName="Stijl, thema 1 - Accent 5">
    <a:tblBg>
      <a:fillRef idx="2">
        <a:schemeClr val="accent5"/>
      </a:fillRef>
      <a:effectRef idx="1">
        <a:schemeClr val="accent5"/>
      </a:effectRef>
    </a:tblBg>
    <a:wholeTbl>
      <a:tcTxStyle>
        <a:fontRef idx="minor">
          <a:scrgbClr r="0" g="0" b="0"/>
        </a:fontRef>
        <a:schemeClr val="dk1"/>
      </a:tcTxStyle>
      <a:tcStyle>
        <a:tcBdr>
          <a:left>
            <a:lnRef idx="1">
              <a:schemeClr val="accent5"/>
            </a:lnRef>
          </a:left>
          <a:right>
            <a:lnRef idx="1">
              <a:schemeClr val="accent5"/>
            </a:lnRef>
          </a:right>
          <a:top>
            <a:lnRef idx="1">
              <a:schemeClr val="accent5"/>
            </a:lnRef>
          </a:top>
          <a:bottom>
            <a:lnRef idx="1">
              <a:schemeClr val="accent5"/>
            </a:lnRef>
          </a:bottom>
          <a:insideH>
            <a:lnRef idx="1">
              <a:schemeClr val="accent5"/>
            </a:lnRef>
          </a:insideH>
          <a:insideV>
            <a:lnRef idx="1">
              <a:schemeClr val="accent5"/>
            </a:lnRef>
          </a:insideV>
        </a:tcBdr>
        <a:fill>
          <a:noFill/>
        </a:fill>
      </a:tcStyle>
    </a:wholeTbl>
    <a:band1H>
      <a:tcStyle>
        <a:tcBdr/>
        <a:fill>
          <a:solidFill>
            <a:schemeClr val="accent5">
              <a:alpha val="40000"/>
            </a:schemeClr>
          </a:solidFill>
        </a:fill>
      </a:tcStyle>
    </a:band1H>
    <a:band2H>
      <a:tcStyle>
        <a:tcBdr/>
      </a:tcStyle>
    </a:band2H>
    <a:band1V>
      <a:tcStyle>
        <a:tcBdr>
          <a:top>
            <a:lnRef idx="1">
              <a:schemeClr val="accent5"/>
            </a:lnRef>
          </a:top>
          <a:bottom>
            <a:lnRef idx="1">
              <a:schemeClr val="accent5"/>
            </a:lnRef>
          </a:bottom>
        </a:tcBdr>
        <a:fill>
          <a:solidFill>
            <a:schemeClr val="accent5">
              <a:alpha val="40000"/>
            </a:schemeClr>
          </a:solidFill>
        </a:fill>
      </a:tcStyle>
    </a:band1V>
    <a:band2V>
      <a:tcStyle>
        <a:tcBdr/>
      </a:tcStyle>
    </a:band2V>
    <a:lastCol>
      <a:tcTxStyle b="on"/>
      <a:tcStyle>
        <a:tcBdr>
          <a:left>
            <a:lnRef idx="2">
              <a:schemeClr val="accent5"/>
            </a:lnRef>
          </a:left>
          <a:right>
            <a:lnRef idx="1">
              <a:schemeClr val="accent5"/>
            </a:lnRef>
          </a:right>
          <a:top>
            <a:lnRef idx="1">
              <a:schemeClr val="accent5"/>
            </a:lnRef>
          </a:top>
          <a:bottom>
            <a:lnRef idx="1">
              <a:schemeClr val="accent5"/>
            </a:lnRef>
          </a:bottom>
          <a:insideH>
            <a:lnRef idx="1">
              <a:schemeClr val="accent5"/>
            </a:lnRef>
          </a:insideH>
          <a:insideV>
            <a:ln>
              <a:noFill/>
            </a:ln>
          </a:insideV>
        </a:tcBdr>
      </a:tcStyle>
    </a:lastCol>
    <a:firstCol>
      <a:tcTxStyle b="on"/>
      <a:tcStyle>
        <a:tcBdr>
          <a:left>
            <a:lnRef idx="1">
              <a:schemeClr val="accent5"/>
            </a:lnRef>
          </a:left>
          <a:right>
            <a:lnRef idx="2">
              <a:schemeClr val="accent5"/>
            </a:lnRef>
          </a:right>
          <a:top>
            <a:lnRef idx="1">
              <a:schemeClr val="accent5"/>
            </a:lnRef>
          </a:top>
          <a:bottom>
            <a:lnRef idx="1">
              <a:schemeClr val="accent5"/>
            </a:lnRef>
          </a:bottom>
          <a:insideH>
            <a:lnRef idx="1">
              <a:schemeClr val="accent5"/>
            </a:lnRef>
          </a:insideH>
          <a:insideV>
            <a:ln>
              <a:noFill/>
            </a:ln>
          </a:insideV>
        </a:tcBdr>
      </a:tcStyle>
    </a:firstCol>
    <a:lastRow>
      <a:tcTxStyle b="on"/>
      <a:tcStyle>
        <a:tcBdr>
          <a:left>
            <a:lnRef idx="1">
              <a:schemeClr val="accent5"/>
            </a:lnRef>
          </a:left>
          <a:right>
            <a:lnRef idx="1">
              <a:schemeClr val="accent5"/>
            </a:lnRef>
          </a:right>
          <a:top>
            <a:lnRef idx="2">
              <a:schemeClr val="accent5"/>
            </a:lnRef>
          </a:top>
          <a:bottom>
            <a:lnRef idx="2">
              <a:schemeClr val="accent5"/>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5"/>
            </a:lnRef>
          </a:left>
          <a:right>
            <a:lnRef idx="1">
              <a:schemeClr val="accent5"/>
            </a:lnRef>
          </a:right>
          <a:top>
            <a:lnRef idx="1">
              <a:schemeClr val="accent5"/>
            </a:lnRef>
          </a:top>
          <a:bottom>
            <a:lnRef idx="2">
              <a:schemeClr val="lt1"/>
            </a:lnRef>
          </a:bottom>
          <a:insideH>
            <a:ln>
              <a:noFill/>
            </a:ln>
          </a:insideH>
          <a:insideV>
            <a:ln>
              <a:noFill/>
            </a:ln>
          </a:insideV>
        </a:tcBdr>
        <a:fill>
          <a:solidFill>
            <a:schemeClr val="accent5"/>
          </a:solidFill>
        </a:fill>
      </a:tcStyle>
    </a:firstRow>
  </a:tblStyle>
  <a:tblStyle styleId="{2D5ABB26-0587-4C30-8999-92F81FD0307C}" styleName="Geen stijl, geen raster">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638B1855-1B75-4FBE-930C-398BA8C253C6}" styleName="Stijl, thema 2 - Accent 6">
    <a:tblBg>
      <a:fillRef idx="3">
        <a:schemeClr val="accent6"/>
      </a:fillRef>
      <a:effectRef idx="3">
        <a:schemeClr val="accent6"/>
      </a:effectRef>
    </a:tblBg>
    <a:wholeTbl>
      <a:tcTxStyle>
        <a:fontRef idx="minor">
          <a:scrgbClr r="0" g="0" b="0"/>
        </a:fontRef>
        <a:schemeClr val="lt1"/>
      </a:tcTxStyle>
      <a:tcStyle>
        <a:tcBdr>
          <a:left>
            <a:lnRef idx="1">
              <a:schemeClr val="accent6">
                <a:tint val="50000"/>
              </a:schemeClr>
            </a:lnRef>
          </a:left>
          <a:right>
            <a:lnRef idx="1">
              <a:schemeClr val="accent6">
                <a:tint val="50000"/>
              </a:schemeClr>
            </a:lnRef>
          </a:right>
          <a:top>
            <a:lnRef idx="1">
              <a:schemeClr val="accent6">
                <a:tint val="50000"/>
              </a:schemeClr>
            </a:lnRef>
          </a:top>
          <a:bottom>
            <a:lnRef idx="1">
              <a:schemeClr val="accent6">
                <a:tint val="50000"/>
              </a:schemeClr>
            </a:lnRef>
          </a:bottom>
          <a:insideH>
            <a:ln>
              <a:noFill/>
            </a:ln>
          </a:insideH>
          <a:insideV>
            <a:ln>
              <a:noFill/>
            </a:ln>
          </a:insideV>
        </a:tcBdr>
        <a:fill>
          <a:noFill/>
        </a:fill>
      </a:tcStyle>
    </a:wholeTbl>
    <a:band1H>
      <a:tcStyle>
        <a:tcBdr/>
        <a:fill>
          <a:solidFill>
            <a:schemeClr val="lt1">
              <a:alpha val="20000"/>
            </a:schemeClr>
          </a:solidFill>
        </a:fill>
      </a:tcStyle>
    </a:band1H>
    <a:band1V>
      <a:tcStyle>
        <a:tcBdr/>
        <a:fill>
          <a:solidFill>
            <a:schemeClr val="lt1">
              <a:alpha val="20000"/>
            </a:schemeClr>
          </a:solidFill>
        </a:fill>
      </a:tcStyle>
    </a:band1V>
    <a:lastCol>
      <a:tcTxStyle b="on"/>
      <a:tcStyle>
        <a:tcBdr>
          <a:left>
            <a:lnRef idx="2">
              <a:schemeClr val="lt1"/>
            </a:lnRef>
          </a:left>
        </a:tcBdr>
      </a:tcStyle>
    </a:lastCol>
    <a:firstCol>
      <a:tcTxStyle b="on"/>
      <a:tcStyle>
        <a:tcBdr>
          <a:right>
            <a:lnRef idx="2">
              <a:schemeClr val="lt1"/>
            </a:lnRef>
          </a:right>
        </a:tcBdr>
      </a:tcStyle>
    </a:firstCol>
    <a:lastRow>
      <a:tcTxStyle b="on"/>
      <a:tcStyle>
        <a:tcBdr>
          <a:top>
            <a:lnRef idx="2">
              <a:schemeClr val="lt1"/>
            </a:lnRef>
          </a:top>
        </a:tcBdr>
        <a:fill>
          <a:noFill/>
        </a:fill>
      </a:tcStyle>
    </a:lastRow>
    <a:seCell>
      <a:tcStyle>
        <a:tcBdr>
          <a:left>
            <a:ln>
              <a:noFill/>
            </a:ln>
          </a:left>
          <a:top>
            <a:ln>
              <a:noFill/>
            </a:ln>
          </a:top>
        </a:tcBdr>
      </a:tcStyle>
    </a:seCell>
    <a:swCell>
      <a:tcStyle>
        <a:tcBdr>
          <a:right>
            <a:ln>
              <a:noFill/>
            </a:ln>
          </a:right>
          <a:top>
            <a:ln>
              <a:noFill/>
            </a:ln>
          </a:top>
        </a:tcBdr>
      </a:tcStyle>
    </a:swCell>
    <a:firstRow>
      <a:tcTxStyle b="on"/>
      <a:tcStyle>
        <a:tcBdr>
          <a:bottom>
            <a:lnRef idx="3">
              <a:schemeClr val="lt1"/>
            </a:lnRef>
          </a:bottom>
        </a:tcBdr>
        <a:fill>
          <a:noFill/>
        </a:fill>
      </a:tcStyle>
    </a:firstRow>
    <a:neCell>
      <a:tcStyle>
        <a:tcBdr>
          <a:bottom>
            <a:ln>
              <a:noFill/>
            </a:ln>
          </a:bottom>
        </a:tcBdr>
      </a:tcStyle>
    </a:neCell>
  </a:tblStyle>
  <a:tblStyle styleId="{5C22544A-7EE6-4342-B048-85BDC9FD1C3A}" styleName="Stijl, gemiddeld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8743" autoAdjust="0"/>
    <p:restoredTop sz="50000" autoAdjust="0"/>
  </p:normalViewPr>
  <p:slideViewPr>
    <p:cSldViewPr snapToObjects="1">
      <p:cViewPr>
        <p:scale>
          <a:sx n="75" d="100"/>
          <a:sy n="75" d="100"/>
        </p:scale>
        <p:origin x="-3824" y="-4216"/>
      </p:cViewPr>
      <p:guideLst>
        <p:guide orient="horz" pos="3441"/>
        <p:guide pos="20735"/>
      </p:guideLst>
    </p:cSldViewPr>
  </p:slideViewPr>
  <p:outlineViewPr>
    <p:cViewPr>
      <p:scale>
        <a:sx n="33" d="100"/>
        <a:sy n="33" d="100"/>
      </p:scale>
      <p:origin x="0" y="0"/>
    </p:cViewPr>
  </p:outlineViewPr>
  <p:notesTextViewPr>
    <p:cViewPr>
      <p:scale>
        <a:sx n="100" d="100"/>
        <a:sy n="100" d="100"/>
      </p:scale>
      <p:origin x="0" y="0"/>
    </p:cViewPr>
  </p:notesTextViewPr>
  <p:sorterViewPr>
    <p:cViewPr>
      <p:scale>
        <a:sx n="66" d="100"/>
        <a:sy n="66" d="100"/>
      </p:scale>
      <p:origin x="0" y="0"/>
    </p:cViewPr>
  </p:sorterViewPr>
  <p:gridSpacing cx="72008" cy="72008"/>
</p:viewPr>
</file>

<file path=ppt/_rels/presentation.xml.rels><?xml version="1.0" encoding="UTF-8" standalone="yes"?>
<Relationships xmlns="http://schemas.openxmlformats.org/package/2006/relationships"><Relationship Id="rId8" Type="http://schemas.microsoft.com/office/2016/11/relationships/changesInfo" Target="changesInfos/changesInfo1.xml"/><Relationship Id="rId3" Type="http://schemas.openxmlformats.org/officeDocument/2006/relationships/notesMaster" Target="notesMasters/notesMaster1.xml"/><Relationship Id="rId7" Type="http://schemas.openxmlformats.org/officeDocument/2006/relationships/tableStyles" Target="tableStyles.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theme" Target="theme/theme1.xml"/><Relationship Id="rId5" Type="http://schemas.openxmlformats.org/officeDocument/2006/relationships/viewProps" Target="viewProps.xml"/><Relationship Id="rId4" Type="http://schemas.openxmlformats.org/officeDocument/2006/relationships/presProps" Target="presProps.xml"/><Relationship Id="rId9" Type="http://schemas.microsoft.com/office/2015/10/relationships/revisionInfo" Target="revisionInfo.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Oberman, H.I. (Hanne)" userId="e27d1978-6ace-4e0e-9109-4f58c8b6a455" providerId="ADAL" clId="{C930FB71-4C98-3D43-AF34-BDAA20CE95DD}"/>
    <pc:docChg chg="custSel addSld delSld modSld">
      <pc:chgData name="Oberman, H.I. (Hanne)" userId="e27d1978-6ace-4e0e-9109-4f58c8b6a455" providerId="ADAL" clId="{C930FB71-4C98-3D43-AF34-BDAA20CE95DD}" dt="2025-07-17T12:26:45.765" v="11" actId="2696"/>
      <pc:docMkLst>
        <pc:docMk/>
      </pc:docMkLst>
      <pc:sldChg chg="delSp modSp mod">
        <pc:chgData name="Oberman, H.I. (Hanne)" userId="e27d1978-6ace-4e0e-9109-4f58c8b6a455" providerId="ADAL" clId="{C930FB71-4C98-3D43-AF34-BDAA20CE95DD}" dt="2025-07-17T12:09:28.201" v="7" actId="478"/>
        <pc:sldMkLst>
          <pc:docMk/>
          <pc:sldMk cId="1435791218" sldId="256"/>
        </pc:sldMkLst>
        <pc:spChg chg="del mod">
          <ac:chgData name="Oberman, H.I. (Hanne)" userId="e27d1978-6ace-4e0e-9109-4f58c8b6a455" providerId="ADAL" clId="{C930FB71-4C98-3D43-AF34-BDAA20CE95DD}" dt="2025-07-17T12:09:28.201" v="7" actId="478"/>
          <ac:spMkLst>
            <pc:docMk/>
            <pc:sldMk cId="1435791218" sldId="256"/>
            <ac:spMk id="2" creationId="{73BBCC02-B3E2-2EFA-28FC-2A8B923CE08D}"/>
          </ac:spMkLst>
        </pc:spChg>
        <pc:picChg chg="mod modCrop">
          <ac:chgData name="Oberman, H.I. (Hanne)" userId="e27d1978-6ace-4e0e-9109-4f58c8b6a455" providerId="ADAL" clId="{C930FB71-4C98-3D43-AF34-BDAA20CE95DD}" dt="2025-07-17T12:08:09.024" v="5" actId="732"/>
          <ac:picMkLst>
            <pc:docMk/>
            <pc:sldMk cId="1435791218" sldId="256"/>
            <ac:picMk id="30" creationId="{68D73627-779A-FB31-08F5-8CB2D76D09ED}"/>
          </ac:picMkLst>
        </pc:picChg>
      </pc:sldChg>
      <pc:sldChg chg="addSp modSp new del mod">
        <pc:chgData name="Oberman, H.I. (Hanne)" userId="e27d1978-6ace-4e0e-9109-4f58c8b6a455" providerId="ADAL" clId="{C930FB71-4C98-3D43-AF34-BDAA20CE95DD}" dt="2025-07-17T12:26:45.765" v="11" actId="2696"/>
        <pc:sldMkLst>
          <pc:docMk/>
          <pc:sldMk cId="2479449240" sldId="257"/>
        </pc:sldMkLst>
        <pc:picChg chg="add mod">
          <ac:chgData name="Oberman, H.I. (Hanne)" userId="e27d1978-6ace-4e0e-9109-4f58c8b6a455" providerId="ADAL" clId="{C930FB71-4C98-3D43-AF34-BDAA20CE95DD}" dt="2025-07-17T12:25:51.762" v="10" actId="1076"/>
          <ac:picMkLst>
            <pc:docMk/>
            <pc:sldMk cId="2479449240" sldId="257"/>
            <ac:picMk id="2" creationId="{A8BAE1C4-F3EE-0D82-AE84-ABF566356D9C}"/>
          </ac:picMkLst>
        </pc:picChg>
        <pc:picChg chg="add mod">
          <ac:chgData name="Oberman, H.I. (Hanne)" userId="e27d1978-6ace-4e0e-9109-4f58c8b6a455" providerId="ADAL" clId="{C930FB71-4C98-3D43-AF34-BDAA20CE95DD}" dt="2025-07-17T12:25:51.762" v="10" actId="1076"/>
          <ac:picMkLst>
            <pc:docMk/>
            <pc:sldMk cId="2479449240" sldId="257"/>
            <ac:picMk id="3" creationId="{AA8F5A4F-DB2D-160B-1934-C398929FD144}"/>
          </ac:picMkLst>
        </pc:picChg>
        <pc:picChg chg="add mod">
          <ac:chgData name="Oberman, H.I. (Hanne)" userId="e27d1978-6ace-4e0e-9109-4f58c8b6a455" providerId="ADAL" clId="{C930FB71-4C98-3D43-AF34-BDAA20CE95DD}" dt="2025-07-17T12:25:51.762" v="10" actId="1076"/>
          <ac:picMkLst>
            <pc:docMk/>
            <pc:sldMk cId="2479449240" sldId="257"/>
            <ac:picMk id="4" creationId="{F03D5B98-4DF7-59A3-40C0-5AB92C27A5DC}"/>
          </ac:picMkLst>
        </pc:picChg>
        <pc:picChg chg="add mod">
          <ac:chgData name="Oberman, H.I. (Hanne)" userId="e27d1978-6ace-4e0e-9109-4f58c8b6a455" providerId="ADAL" clId="{C930FB71-4C98-3D43-AF34-BDAA20CE95DD}" dt="2025-07-17T12:25:51.762" v="10" actId="1076"/>
          <ac:picMkLst>
            <pc:docMk/>
            <pc:sldMk cId="2479449240" sldId="257"/>
            <ac:picMk id="5" creationId="{354F337C-37FC-7A38-373D-19C0AB299359}"/>
          </ac:picMkLst>
        </pc:picChg>
        <pc:picChg chg="add mod">
          <ac:chgData name="Oberman, H.I. (Hanne)" userId="e27d1978-6ace-4e0e-9109-4f58c8b6a455" providerId="ADAL" clId="{C930FB71-4C98-3D43-AF34-BDAA20CE95DD}" dt="2025-07-17T12:25:51.762" v="10" actId="1076"/>
          <ac:picMkLst>
            <pc:docMk/>
            <pc:sldMk cId="2479449240" sldId="257"/>
            <ac:picMk id="6" creationId="{617CFA17-F6DB-83E1-2FE6-69BC5406FF11}"/>
          </ac:picMkLst>
        </pc:picChg>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jdelijke aanduiding voor koptekst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nl-NL"/>
          </a:p>
        </p:txBody>
      </p:sp>
      <p:sp>
        <p:nvSpPr>
          <p:cNvPr id="3" name="Tijdelijke aanduiding voor datum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ADC829B4-9606-2A42-8BE7-C95716C4B49D}" type="datetimeFigureOut">
              <a:rPr lang="nl-NL" smtClean="0"/>
              <a:t>16-07-2025</a:t>
            </a:fld>
            <a:endParaRPr lang="nl-NL"/>
          </a:p>
        </p:txBody>
      </p:sp>
      <p:sp>
        <p:nvSpPr>
          <p:cNvPr id="4" name="Tijdelijke aanduiding voor dia-afbeelding 3"/>
          <p:cNvSpPr>
            <a:spLocks noGrp="1" noRot="1" noChangeAspect="1"/>
          </p:cNvSpPr>
          <p:nvPr>
            <p:ph type="sldImg" idx="2"/>
          </p:nvPr>
        </p:nvSpPr>
        <p:spPr>
          <a:xfrm>
            <a:off x="857250" y="685800"/>
            <a:ext cx="5143500" cy="3429000"/>
          </a:xfrm>
          <a:prstGeom prst="rect">
            <a:avLst/>
          </a:prstGeom>
          <a:noFill/>
          <a:ln w="12700">
            <a:solidFill>
              <a:prstClr val="black"/>
            </a:solidFill>
          </a:ln>
        </p:spPr>
        <p:txBody>
          <a:bodyPr vert="horz" lIns="91440" tIns="45720" rIns="91440" bIns="45720" rtlCol="0" anchor="ctr"/>
          <a:lstStyle/>
          <a:p>
            <a:endParaRPr lang="nl-NL"/>
          </a:p>
        </p:txBody>
      </p:sp>
      <p:sp>
        <p:nvSpPr>
          <p:cNvPr id="5" name="Tijdelijke aanduiding voor notities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nl-NL"/>
              <a:t>Klik om de tekststijl van het model te bewerken</a:t>
            </a:r>
          </a:p>
          <a:p>
            <a:pPr lvl="1"/>
            <a:r>
              <a:rPr lang="nl-NL"/>
              <a:t>Tweede niveau</a:t>
            </a:r>
          </a:p>
          <a:p>
            <a:pPr lvl="2"/>
            <a:r>
              <a:rPr lang="nl-NL"/>
              <a:t>Derde niveau</a:t>
            </a:r>
          </a:p>
          <a:p>
            <a:pPr lvl="3"/>
            <a:r>
              <a:rPr lang="nl-NL"/>
              <a:t>Vierde niveau</a:t>
            </a:r>
          </a:p>
          <a:p>
            <a:pPr lvl="4"/>
            <a:r>
              <a:rPr lang="nl-NL"/>
              <a:t>Vijfde niveau</a:t>
            </a:r>
          </a:p>
        </p:txBody>
      </p:sp>
      <p:sp>
        <p:nvSpPr>
          <p:cNvPr id="6" name="Tijdelijke aanduiding voor voettekst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nl-NL"/>
          </a:p>
        </p:txBody>
      </p:sp>
      <p:sp>
        <p:nvSpPr>
          <p:cNvPr id="7" name="Tijdelijke aanduiding voor dianumm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3BE81A27-1440-C343-B73A-EDC558E67D24}" type="slidenum">
              <a:rPr lang="nl-NL" smtClean="0"/>
              <a:t>‹#›</a:t>
            </a:fld>
            <a:endParaRPr lang="nl-NL"/>
          </a:p>
        </p:txBody>
      </p:sp>
    </p:spTree>
    <p:extLst>
      <p:ext uri="{BB962C8B-B14F-4D97-AF65-F5344CB8AC3E}">
        <p14:creationId xmlns:p14="http://schemas.microsoft.com/office/powerpoint/2010/main" val="3671954100"/>
      </p:ext>
    </p:extLst>
  </p:cSld>
  <p:clrMap bg1="lt1" tx1="dk1" bg2="lt2" tx2="dk2" accent1="accent1" accent2="accent2" accent3="accent3" accent4="accent4" accent5="accent5" accent6="accent6" hlink="hlink" folHlink="folHlink"/>
  <p:notesStyle>
    <a:lvl1pPr marL="0" algn="l" defTabSz="2088170" rtl="0" eaLnBrk="1" latinLnBrk="0" hangingPunct="1">
      <a:defRPr sz="5500" kern="1200">
        <a:solidFill>
          <a:schemeClr val="tx1"/>
        </a:solidFill>
        <a:latin typeface="+mn-lt"/>
        <a:ea typeface="+mn-ea"/>
        <a:cs typeface="+mn-cs"/>
      </a:defRPr>
    </a:lvl1pPr>
    <a:lvl2pPr marL="2088170" algn="l" defTabSz="2088170" rtl="0" eaLnBrk="1" latinLnBrk="0" hangingPunct="1">
      <a:defRPr sz="5500" kern="1200">
        <a:solidFill>
          <a:schemeClr val="tx1"/>
        </a:solidFill>
        <a:latin typeface="+mn-lt"/>
        <a:ea typeface="+mn-ea"/>
        <a:cs typeface="+mn-cs"/>
      </a:defRPr>
    </a:lvl2pPr>
    <a:lvl3pPr marL="4176339" algn="l" defTabSz="2088170" rtl="0" eaLnBrk="1" latinLnBrk="0" hangingPunct="1">
      <a:defRPr sz="5500" kern="1200">
        <a:solidFill>
          <a:schemeClr val="tx1"/>
        </a:solidFill>
        <a:latin typeface="+mn-lt"/>
        <a:ea typeface="+mn-ea"/>
        <a:cs typeface="+mn-cs"/>
      </a:defRPr>
    </a:lvl3pPr>
    <a:lvl4pPr marL="6264509" algn="l" defTabSz="2088170" rtl="0" eaLnBrk="1" latinLnBrk="0" hangingPunct="1">
      <a:defRPr sz="5500" kern="1200">
        <a:solidFill>
          <a:schemeClr val="tx1"/>
        </a:solidFill>
        <a:latin typeface="+mn-lt"/>
        <a:ea typeface="+mn-ea"/>
        <a:cs typeface="+mn-cs"/>
      </a:defRPr>
    </a:lvl4pPr>
    <a:lvl5pPr marL="8352678" algn="l" defTabSz="2088170" rtl="0" eaLnBrk="1" latinLnBrk="0" hangingPunct="1">
      <a:defRPr sz="5500" kern="1200">
        <a:solidFill>
          <a:schemeClr val="tx1"/>
        </a:solidFill>
        <a:latin typeface="+mn-lt"/>
        <a:ea typeface="+mn-ea"/>
        <a:cs typeface="+mn-cs"/>
      </a:defRPr>
    </a:lvl5pPr>
    <a:lvl6pPr marL="10440848" algn="l" defTabSz="2088170" rtl="0" eaLnBrk="1" latinLnBrk="0" hangingPunct="1">
      <a:defRPr sz="5500" kern="1200">
        <a:solidFill>
          <a:schemeClr val="tx1"/>
        </a:solidFill>
        <a:latin typeface="+mn-lt"/>
        <a:ea typeface="+mn-ea"/>
        <a:cs typeface="+mn-cs"/>
      </a:defRPr>
    </a:lvl6pPr>
    <a:lvl7pPr marL="12529017" algn="l" defTabSz="2088170" rtl="0" eaLnBrk="1" latinLnBrk="0" hangingPunct="1">
      <a:defRPr sz="5500" kern="1200">
        <a:solidFill>
          <a:schemeClr val="tx1"/>
        </a:solidFill>
        <a:latin typeface="+mn-lt"/>
        <a:ea typeface="+mn-ea"/>
        <a:cs typeface="+mn-cs"/>
      </a:defRPr>
    </a:lvl7pPr>
    <a:lvl8pPr marL="14617187" algn="l" defTabSz="2088170" rtl="0" eaLnBrk="1" latinLnBrk="0" hangingPunct="1">
      <a:defRPr sz="5500" kern="1200">
        <a:solidFill>
          <a:schemeClr val="tx1"/>
        </a:solidFill>
        <a:latin typeface="+mn-lt"/>
        <a:ea typeface="+mn-ea"/>
        <a:cs typeface="+mn-cs"/>
      </a:defRPr>
    </a:lvl8pPr>
    <a:lvl9pPr marL="16705356" algn="l" defTabSz="2088170" rtl="0" eaLnBrk="1" latinLnBrk="0" hangingPunct="1">
      <a:defRPr sz="55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jdelijke aanduiding voor dia-afbeelding 1"/>
          <p:cNvSpPr>
            <a:spLocks noGrp="1" noRot="1" noChangeAspect="1"/>
          </p:cNvSpPr>
          <p:nvPr>
            <p:ph type="sldImg"/>
          </p:nvPr>
        </p:nvSpPr>
        <p:spPr>
          <a:xfrm>
            <a:off x="857250" y="685800"/>
            <a:ext cx="5143500" cy="3429000"/>
          </a:xfrm>
        </p:spPr>
      </p:sp>
      <p:sp>
        <p:nvSpPr>
          <p:cNvPr id="3" name="Tijdelijke aanduiding voor notities 2"/>
          <p:cNvSpPr>
            <a:spLocks noGrp="1"/>
          </p:cNvSpPr>
          <p:nvPr>
            <p:ph type="body" idx="1"/>
          </p:nvPr>
        </p:nvSpPr>
        <p:spPr/>
        <p:txBody>
          <a:bodyPr/>
          <a:lstStyle/>
          <a:p>
            <a:endParaRPr lang="nl-NL" dirty="0"/>
          </a:p>
        </p:txBody>
      </p:sp>
      <p:sp>
        <p:nvSpPr>
          <p:cNvPr id="4" name="Tijdelijke aanduiding voor dianummer 3"/>
          <p:cNvSpPr>
            <a:spLocks noGrp="1"/>
          </p:cNvSpPr>
          <p:nvPr>
            <p:ph type="sldNum" sz="quarter" idx="10"/>
          </p:nvPr>
        </p:nvSpPr>
        <p:spPr/>
        <p:txBody>
          <a:bodyPr/>
          <a:lstStyle/>
          <a:p>
            <a:fld id="{3BE81A27-1440-C343-B73A-EDC558E67D24}" type="slidenum">
              <a:rPr lang="nl-NL" smtClean="0"/>
              <a:t>1</a:t>
            </a:fld>
            <a:endParaRPr lang="nl-NL"/>
          </a:p>
        </p:txBody>
      </p:sp>
    </p:spTree>
    <p:extLst>
      <p:ext uri="{BB962C8B-B14F-4D97-AF65-F5344CB8AC3E}">
        <p14:creationId xmlns:p14="http://schemas.microsoft.com/office/powerpoint/2010/main" val="204605739"/>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blank">
  <p:cSld name="Leeg">
    <p:bg>
      <p:bgPr>
        <a:solidFill>
          <a:schemeClr val="bg1"/>
        </a:solidFill>
        <a:effectLst/>
      </p:bgPr>
    </p:bg>
    <p:spTree>
      <p:nvGrpSpPr>
        <p:cNvPr id="1" name=""/>
        <p:cNvGrpSpPr/>
        <p:nvPr/>
      </p:nvGrpSpPr>
      <p:grpSpPr>
        <a:xfrm>
          <a:off x="0" y="0"/>
          <a:ext cx="0" cy="0"/>
          <a:chOff x="0" y="0"/>
          <a:chExt cx="0" cy="0"/>
        </a:xfrm>
      </p:grpSpPr>
      <p:sp>
        <p:nvSpPr>
          <p:cNvPr id="2" name="Tijdelijke aanduiding voor datum 1"/>
          <p:cNvSpPr>
            <a:spLocks noGrp="1"/>
          </p:cNvSpPr>
          <p:nvPr>
            <p:ph type="dt" sz="half" idx="10"/>
          </p:nvPr>
        </p:nvSpPr>
        <p:spPr>
          <a:xfrm>
            <a:off x="1645922" y="20340324"/>
            <a:ext cx="7680961" cy="1168400"/>
          </a:xfrm>
          <a:prstGeom prst="rect">
            <a:avLst/>
          </a:prstGeom>
        </p:spPr>
        <p:txBody>
          <a:bodyPr/>
          <a:lstStyle/>
          <a:p>
            <a:fld id="{C28BEF97-4A46-C940-8C59-2C42CB4C4E51}" type="datetimeFigureOut">
              <a:rPr lang="nl-NL" smtClean="0"/>
              <a:t>16-07-2025</a:t>
            </a:fld>
            <a:endParaRPr lang="nl-NL"/>
          </a:p>
        </p:txBody>
      </p:sp>
      <p:sp>
        <p:nvSpPr>
          <p:cNvPr id="3" name="Tijdelijke aanduiding voor voettekst 2"/>
          <p:cNvSpPr>
            <a:spLocks noGrp="1"/>
          </p:cNvSpPr>
          <p:nvPr>
            <p:ph type="ftr" sz="quarter" idx="11"/>
          </p:nvPr>
        </p:nvSpPr>
        <p:spPr>
          <a:xfrm>
            <a:off x="11247124" y="20340324"/>
            <a:ext cx="10424160" cy="1168400"/>
          </a:xfrm>
          <a:prstGeom prst="rect">
            <a:avLst/>
          </a:prstGeom>
        </p:spPr>
        <p:txBody>
          <a:bodyPr/>
          <a:lstStyle/>
          <a:p>
            <a:endParaRPr lang="nl-NL"/>
          </a:p>
        </p:txBody>
      </p:sp>
      <p:sp>
        <p:nvSpPr>
          <p:cNvPr id="4" name="Tijdelijke aanduiding voor dianummer 3"/>
          <p:cNvSpPr>
            <a:spLocks noGrp="1"/>
          </p:cNvSpPr>
          <p:nvPr>
            <p:ph type="sldNum" sz="quarter" idx="12"/>
          </p:nvPr>
        </p:nvSpPr>
        <p:spPr>
          <a:xfrm>
            <a:off x="23591521" y="20340324"/>
            <a:ext cx="7680961" cy="1168400"/>
          </a:xfrm>
          <a:prstGeom prst="rect">
            <a:avLst/>
          </a:prstGeom>
        </p:spPr>
        <p:txBody>
          <a:bodyPr/>
          <a:lstStyle/>
          <a:p>
            <a:fld id="{83473042-6688-F148-AA6B-B0D689358453}" type="slidenum">
              <a:rPr lang="nl-NL" smtClean="0"/>
              <a:t>‹#›</a:t>
            </a:fld>
            <a:endParaRPr lang="nl-NL"/>
          </a:p>
        </p:txBody>
      </p:sp>
    </p:spTree>
    <p:extLst>
      <p:ext uri="{BB962C8B-B14F-4D97-AF65-F5344CB8AC3E}">
        <p14:creationId xmlns:p14="http://schemas.microsoft.com/office/powerpoint/2010/main" val="166423249"/>
      </p:ext>
    </p:extLst>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image" Target="../media/image1.jpg"/><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bwMode="gray">
      <p:bgRef idx="1001">
        <a:schemeClr val="bg1"/>
      </p:bgRef>
    </p:bg>
    <p:spTree>
      <p:nvGrpSpPr>
        <p:cNvPr id="1" name=""/>
        <p:cNvGrpSpPr/>
        <p:nvPr/>
      </p:nvGrpSpPr>
      <p:grpSpPr>
        <a:xfrm>
          <a:off x="0" y="0"/>
          <a:ext cx="0" cy="0"/>
          <a:chOff x="0" y="0"/>
          <a:chExt cx="0" cy="0"/>
        </a:xfrm>
      </p:grpSpPr>
      <p:sp>
        <p:nvSpPr>
          <p:cNvPr id="7" name="Rechthoek 6">
            <a:extLst>
              <a:ext uri="{FF2B5EF4-FFF2-40B4-BE49-F238E27FC236}">
                <a16:creationId xmlns:a16="http://schemas.microsoft.com/office/drawing/2014/main" id="{9DC6BDAC-A25B-AD43-ABA0-429F1CC5F10D}"/>
              </a:ext>
            </a:extLst>
          </p:cNvPr>
          <p:cNvSpPr/>
          <p:nvPr userDrawn="1"/>
        </p:nvSpPr>
        <p:spPr>
          <a:xfrm>
            <a:off x="0" y="21012821"/>
            <a:ext cx="32910201" cy="932779"/>
          </a:xfrm>
          <a:prstGeom prst="rect">
            <a:avLst/>
          </a:prstGeom>
          <a:solidFill>
            <a:srgbClr val="FFCD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GB" sz="1957"/>
          </a:p>
        </p:txBody>
      </p:sp>
      <p:pic>
        <p:nvPicPr>
          <p:cNvPr id="5" name="Afbeelding 4" descr="Afbeelding met tekst&#10;&#10;Automatisch gegenereerde beschrijving">
            <a:extLst>
              <a:ext uri="{FF2B5EF4-FFF2-40B4-BE49-F238E27FC236}">
                <a16:creationId xmlns:a16="http://schemas.microsoft.com/office/drawing/2014/main" id="{91C312BF-6FB3-A291-F5EE-1FAFC9B62F86}"/>
              </a:ext>
            </a:extLst>
          </p:cNvPr>
          <p:cNvPicPr>
            <a:picLocks noChangeAspect="1"/>
          </p:cNvPicPr>
          <p:nvPr userDrawn="1"/>
        </p:nvPicPr>
        <p:blipFill>
          <a:blip r:embed="rId3"/>
          <a:stretch>
            <a:fillRect/>
          </a:stretch>
        </p:blipFill>
        <p:spPr>
          <a:xfrm>
            <a:off x="5544" y="834"/>
            <a:ext cx="7918958" cy="3113646"/>
          </a:xfrm>
          <a:prstGeom prst="rect">
            <a:avLst/>
          </a:prstGeom>
        </p:spPr>
      </p:pic>
    </p:spTree>
    <p:extLst>
      <p:ext uri="{BB962C8B-B14F-4D97-AF65-F5344CB8AC3E}">
        <p14:creationId xmlns:p14="http://schemas.microsoft.com/office/powerpoint/2010/main" val="279177222"/>
      </p:ext>
    </p:extLst>
  </p:cSld>
  <p:clrMap bg1="lt1" tx1="dk1" bg2="lt2" tx2="dk2" accent1="accent1" accent2="accent2" accent3="accent3" accent4="accent4" accent5="accent5" accent6="accent6" hlink="hlink" folHlink="folHlink"/>
  <p:sldLayoutIdLst>
    <p:sldLayoutId id="2147483686" r:id="rId1"/>
  </p:sldLayoutIdLst>
  <p:txStyles>
    <p:titleStyle>
      <a:lvl1pPr algn="l" defTabSz="2468268" rtl="0" eaLnBrk="1" latinLnBrk="0" hangingPunct="1">
        <a:spcBef>
          <a:spcPct val="0"/>
        </a:spcBef>
        <a:buNone/>
        <a:defRPr sz="5668" b="0" i="0" kern="1200">
          <a:solidFill>
            <a:schemeClr val="tx1"/>
          </a:solidFill>
          <a:latin typeface="Merriweather Regular" panose="02060503050406030704" pitchFamily="18" charset="77"/>
          <a:ea typeface="+mj-ea"/>
          <a:cs typeface="+mj-cs"/>
        </a:defRPr>
      </a:lvl1pPr>
    </p:titleStyle>
    <p:bodyStyle>
      <a:lvl1pPr marL="0" indent="0" algn="l" defTabSz="2468268" rtl="0" eaLnBrk="1" latinLnBrk="0" hangingPunct="1">
        <a:lnSpc>
          <a:spcPct val="110000"/>
        </a:lnSpc>
        <a:spcBef>
          <a:spcPts val="0"/>
        </a:spcBef>
        <a:buFont typeface="Arial" pitchFamily="34" charset="0"/>
        <a:buNone/>
        <a:defRPr sz="4319" b="0" i="0" kern="1200" baseline="0">
          <a:solidFill>
            <a:schemeClr val="tx1"/>
          </a:solidFill>
          <a:latin typeface="Open Sans" panose="020B0606030504020204" pitchFamily="34" charset="0"/>
          <a:ea typeface="Open Sans" panose="020B0606030504020204" pitchFamily="34" charset="0"/>
          <a:cs typeface="Open Sans" panose="020B0606030504020204" pitchFamily="34" charset="0"/>
        </a:defRPr>
      </a:lvl1pPr>
      <a:lvl2pPr marL="0" indent="0" algn="l" defTabSz="2468268" rtl="0" eaLnBrk="1" latinLnBrk="0" hangingPunct="1">
        <a:lnSpc>
          <a:spcPct val="110000"/>
        </a:lnSpc>
        <a:spcBef>
          <a:spcPts val="0"/>
        </a:spcBef>
        <a:buFont typeface="Arial" pitchFamily="34" charset="0"/>
        <a:buNone/>
        <a:defRPr sz="4319" b="1" i="0" kern="1200" baseline="0">
          <a:solidFill>
            <a:schemeClr val="tx1"/>
          </a:solidFill>
          <a:latin typeface="Open Sans" panose="020B0606030504020204" pitchFamily="34" charset="0"/>
          <a:ea typeface="Open Sans" panose="020B0606030504020204" pitchFamily="34" charset="0"/>
          <a:cs typeface="Open Sans" panose="020B0606030504020204" pitchFamily="34" charset="0"/>
        </a:defRPr>
      </a:lvl2pPr>
      <a:lvl3pPr marL="728819" indent="-728819" algn="l" defTabSz="2468268" rtl="0" eaLnBrk="1" latinLnBrk="0" hangingPunct="1">
        <a:lnSpc>
          <a:spcPct val="110000"/>
        </a:lnSpc>
        <a:spcBef>
          <a:spcPts val="5668"/>
        </a:spcBef>
        <a:buFont typeface="Verdana" pitchFamily="34" charset="0"/>
        <a:buChar char="•"/>
        <a:defRPr sz="4319" b="0" i="0" kern="1200" baseline="0">
          <a:solidFill>
            <a:schemeClr val="tx1"/>
          </a:solidFill>
          <a:latin typeface="Open Sans" panose="020B0606030504020204" pitchFamily="34" charset="0"/>
          <a:ea typeface="Open Sans" panose="020B0606030504020204" pitchFamily="34" charset="0"/>
          <a:cs typeface="Open Sans" panose="020B0606030504020204" pitchFamily="34" charset="0"/>
        </a:defRPr>
      </a:lvl3pPr>
      <a:lvl4pPr marL="728819" indent="-728819" algn="l" defTabSz="2468268" rtl="0" eaLnBrk="1" latinLnBrk="0" hangingPunct="1">
        <a:lnSpc>
          <a:spcPct val="110000"/>
        </a:lnSpc>
        <a:spcBef>
          <a:spcPts val="5668"/>
        </a:spcBef>
        <a:buFont typeface="Verdana" pitchFamily="34" charset="0"/>
        <a:buChar char="•"/>
        <a:defRPr sz="4319" b="0" i="0" kern="1200" baseline="0">
          <a:solidFill>
            <a:schemeClr val="tx1"/>
          </a:solidFill>
          <a:latin typeface="Open Sans" panose="020B0606030504020204" pitchFamily="34" charset="0"/>
          <a:ea typeface="Open Sans" panose="020B0606030504020204" pitchFamily="34" charset="0"/>
          <a:cs typeface="Open Sans" panose="020B0606030504020204" pitchFamily="34" charset="0"/>
        </a:defRPr>
      </a:lvl4pPr>
      <a:lvl5pPr marL="2186458" indent="-728819" algn="l" defTabSz="2468268" rtl="0" eaLnBrk="1" latinLnBrk="0" hangingPunct="1">
        <a:lnSpc>
          <a:spcPct val="110000"/>
        </a:lnSpc>
        <a:spcBef>
          <a:spcPts val="0"/>
        </a:spcBef>
        <a:buFont typeface="Verdana" pitchFamily="34" charset="0"/>
        <a:buChar char="–"/>
        <a:defRPr sz="4319" b="0" i="0" kern="1200" baseline="0">
          <a:solidFill>
            <a:schemeClr val="tx1"/>
          </a:solidFill>
          <a:latin typeface="Open Sans" panose="020B0606030504020204" pitchFamily="34" charset="0"/>
          <a:ea typeface="Open Sans" panose="020B0606030504020204" pitchFamily="34" charset="0"/>
          <a:cs typeface="Open Sans" panose="020B0606030504020204" pitchFamily="34" charset="0"/>
        </a:defRPr>
      </a:lvl5pPr>
      <a:lvl6pPr marL="6787738" indent="-617067" algn="l" defTabSz="2468268" rtl="0" eaLnBrk="1" latinLnBrk="0" hangingPunct="1">
        <a:spcBef>
          <a:spcPct val="20000"/>
        </a:spcBef>
        <a:buFont typeface="Arial" pitchFamily="34" charset="0"/>
        <a:buChar char="•"/>
        <a:defRPr sz="5398" kern="1200">
          <a:solidFill>
            <a:schemeClr val="tx1"/>
          </a:solidFill>
          <a:latin typeface="+mn-lt"/>
          <a:ea typeface="+mn-ea"/>
          <a:cs typeface="+mn-cs"/>
        </a:defRPr>
      </a:lvl6pPr>
      <a:lvl7pPr marL="8021872" indent="-617067" algn="l" defTabSz="2468268" rtl="0" eaLnBrk="1" latinLnBrk="0" hangingPunct="1">
        <a:spcBef>
          <a:spcPct val="20000"/>
        </a:spcBef>
        <a:buFont typeface="Arial" pitchFamily="34" charset="0"/>
        <a:buChar char="•"/>
        <a:defRPr sz="5398" kern="1200">
          <a:solidFill>
            <a:schemeClr val="tx1"/>
          </a:solidFill>
          <a:latin typeface="+mn-lt"/>
          <a:ea typeface="+mn-ea"/>
          <a:cs typeface="+mn-cs"/>
        </a:defRPr>
      </a:lvl7pPr>
      <a:lvl8pPr marL="9256005" indent="-617067" algn="l" defTabSz="2468268" rtl="0" eaLnBrk="1" latinLnBrk="0" hangingPunct="1">
        <a:spcBef>
          <a:spcPct val="20000"/>
        </a:spcBef>
        <a:buFont typeface="Arial" pitchFamily="34" charset="0"/>
        <a:buChar char="•"/>
        <a:defRPr sz="5398" kern="1200">
          <a:solidFill>
            <a:schemeClr val="tx1"/>
          </a:solidFill>
          <a:latin typeface="+mn-lt"/>
          <a:ea typeface="+mn-ea"/>
          <a:cs typeface="+mn-cs"/>
        </a:defRPr>
      </a:lvl8pPr>
      <a:lvl9pPr marL="10490140" indent="-617067" algn="l" defTabSz="2468268" rtl="0" eaLnBrk="1" latinLnBrk="0" hangingPunct="1">
        <a:spcBef>
          <a:spcPct val="20000"/>
        </a:spcBef>
        <a:buFont typeface="Arial" pitchFamily="34" charset="0"/>
        <a:buChar char="•"/>
        <a:defRPr sz="5398" kern="1200">
          <a:solidFill>
            <a:schemeClr val="tx1"/>
          </a:solidFill>
          <a:latin typeface="+mn-lt"/>
          <a:ea typeface="+mn-ea"/>
          <a:cs typeface="+mn-cs"/>
        </a:defRPr>
      </a:lvl9pPr>
    </p:bodyStyle>
    <p:otherStyle>
      <a:defPPr>
        <a:defRPr lang="nl-NL"/>
      </a:defPPr>
      <a:lvl1pPr marL="0" algn="l" defTabSz="2468268" rtl="0" eaLnBrk="1" latinLnBrk="0" hangingPunct="1">
        <a:defRPr sz="4859" kern="1200">
          <a:solidFill>
            <a:schemeClr val="tx1"/>
          </a:solidFill>
          <a:latin typeface="+mn-lt"/>
          <a:ea typeface="+mn-ea"/>
          <a:cs typeface="+mn-cs"/>
        </a:defRPr>
      </a:lvl1pPr>
      <a:lvl2pPr marL="1234134" algn="l" defTabSz="2468268" rtl="0" eaLnBrk="1" latinLnBrk="0" hangingPunct="1">
        <a:defRPr sz="4859" kern="1200">
          <a:solidFill>
            <a:schemeClr val="tx1"/>
          </a:solidFill>
          <a:latin typeface="+mn-lt"/>
          <a:ea typeface="+mn-ea"/>
          <a:cs typeface="+mn-cs"/>
        </a:defRPr>
      </a:lvl2pPr>
      <a:lvl3pPr marL="2468268" algn="l" defTabSz="2468268" rtl="0" eaLnBrk="1" latinLnBrk="0" hangingPunct="1">
        <a:defRPr sz="4859" kern="1200">
          <a:solidFill>
            <a:schemeClr val="tx1"/>
          </a:solidFill>
          <a:latin typeface="+mn-lt"/>
          <a:ea typeface="+mn-ea"/>
          <a:cs typeface="+mn-cs"/>
        </a:defRPr>
      </a:lvl3pPr>
      <a:lvl4pPr marL="3702402" algn="l" defTabSz="2468268" rtl="0" eaLnBrk="1" latinLnBrk="0" hangingPunct="1">
        <a:defRPr sz="4859" kern="1200">
          <a:solidFill>
            <a:schemeClr val="tx1"/>
          </a:solidFill>
          <a:latin typeface="+mn-lt"/>
          <a:ea typeface="+mn-ea"/>
          <a:cs typeface="+mn-cs"/>
        </a:defRPr>
      </a:lvl4pPr>
      <a:lvl5pPr marL="4936537" algn="l" defTabSz="2468268" rtl="0" eaLnBrk="1" latinLnBrk="0" hangingPunct="1">
        <a:defRPr sz="4859" kern="1200">
          <a:solidFill>
            <a:schemeClr val="tx1"/>
          </a:solidFill>
          <a:latin typeface="+mn-lt"/>
          <a:ea typeface="+mn-ea"/>
          <a:cs typeface="+mn-cs"/>
        </a:defRPr>
      </a:lvl5pPr>
      <a:lvl6pPr marL="6170671" algn="l" defTabSz="2468268" rtl="0" eaLnBrk="1" latinLnBrk="0" hangingPunct="1">
        <a:defRPr sz="4859" kern="1200">
          <a:solidFill>
            <a:schemeClr val="tx1"/>
          </a:solidFill>
          <a:latin typeface="+mn-lt"/>
          <a:ea typeface="+mn-ea"/>
          <a:cs typeface="+mn-cs"/>
        </a:defRPr>
      </a:lvl6pPr>
      <a:lvl7pPr marL="7404804" algn="l" defTabSz="2468268" rtl="0" eaLnBrk="1" latinLnBrk="0" hangingPunct="1">
        <a:defRPr sz="4859" kern="1200">
          <a:solidFill>
            <a:schemeClr val="tx1"/>
          </a:solidFill>
          <a:latin typeface="+mn-lt"/>
          <a:ea typeface="+mn-ea"/>
          <a:cs typeface="+mn-cs"/>
        </a:defRPr>
      </a:lvl7pPr>
      <a:lvl8pPr marL="8638939" algn="l" defTabSz="2468268" rtl="0" eaLnBrk="1" latinLnBrk="0" hangingPunct="1">
        <a:defRPr sz="4859" kern="1200">
          <a:solidFill>
            <a:schemeClr val="tx1"/>
          </a:solidFill>
          <a:latin typeface="+mn-lt"/>
          <a:ea typeface="+mn-ea"/>
          <a:cs typeface="+mn-cs"/>
        </a:defRPr>
      </a:lvl8pPr>
      <a:lvl9pPr marL="9873073" algn="l" defTabSz="2468268" rtl="0" eaLnBrk="1" latinLnBrk="0" hangingPunct="1">
        <a:defRPr sz="4859"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8" Type="http://schemas.openxmlformats.org/officeDocument/2006/relationships/image" Target="../media/image7.png"/><Relationship Id="rId13" Type="http://schemas.openxmlformats.org/officeDocument/2006/relationships/image" Target="../media/image12.png"/><Relationship Id="rId18" Type="http://schemas.openxmlformats.org/officeDocument/2006/relationships/image" Target="../media/image17.png"/><Relationship Id="rId3" Type="http://schemas.openxmlformats.org/officeDocument/2006/relationships/image" Target="../media/image2.png"/><Relationship Id="rId21" Type="http://schemas.openxmlformats.org/officeDocument/2006/relationships/image" Target="../media/image20.png"/><Relationship Id="rId7" Type="http://schemas.openxmlformats.org/officeDocument/2006/relationships/image" Target="../media/image6.png"/><Relationship Id="rId12" Type="http://schemas.openxmlformats.org/officeDocument/2006/relationships/image" Target="../media/image11.png"/><Relationship Id="rId17" Type="http://schemas.openxmlformats.org/officeDocument/2006/relationships/image" Target="../media/image16.png"/><Relationship Id="rId2" Type="http://schemas.openxmlformats.org/officeDocument/2006/relationships/notesSlide" Target="../notesSlides/notesSlide1.xml"/><Relationship Id="rId16" Type="http://schemas.openxmlformats.org/officeDocument/2006/relationships/image" Target="../media/image15.png"/><Relationship Id="rId20" Type="http://schemas.openxmlformats.org/officeDocument/2006/relationships/image" Target="../media/image19.jpg"/><Relationship Id="rId1" Type="http://schemas.openxmlformats.org/officeDocument/2006/relationships/slideLayout" Target="../slideLayouts/slideLayout1.xml"/><Relationship Id="rId6" Type="http://schemas.openxmlformats.org/officeDocument/2006/relationships/image" Target="../media/image5.png"/><Relationship Id="rId11" Type="http://schemas.openxmlformats.org/officeDocument/2006/relationships/image" Target="../media/image10.png"/><Relationship Id="rId5" Type="http://schemas.openxmlformats.org/officeDocument/2006/relationships/image" Target="../media/image4.png"/><Relationship Id="rId15" Type="http://schemas.openxmlformats.org/officeDocument/2006/relationships/image" Target="../media/image14.png"/><Relationship Id="rId10" Type="http://schemas.openxmlformats.org/officeDocument/2006/relationships/image" Target="../media/image9.png"/><Relationship Id="rId19" Type="http://schemas.openxmlformats.org/officeDocument/2006/relationships/image" Target="../media/image18.png"/><Relationship Id="rId4" Type="http://schemas.openxmlformats.org/officeDocument/2006/relationships/image" Target="../media/image3.png"/><Relationship Id="rId9" Type="http://schemas.openxmlformats.org/officeDocument/2006/relationships/image" Target="../media/image8.png"/><Relationship Id="rId14" Type="http://schemas.openxmlformats.org/officeDocument/2006/relationships/image" Target="../media/image13.jpeg"/></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5" name="Rechthoek 24">
            <a:extLst>
              <a:ext uri="{FF2B5EF4-FFF2-40B4-BE49-F238E27FC236}">
                <a16:creationId xmlns:a16="http://schemas.microsoft.com/office/drawing/2014/main" id="{D6346248-1B8C-95BE-E721-AA5632BE96FD}"/>
              </a:ext>
            </a:extLst>
          </p:cNvPr>
          <p:cNvSpPr/>
          <p:nvPr/>
        </p:nvSpPr>
        <p:spPr>
          <a:xfrm>
            <a:off x="22256864" y="-44424"/>
            <a:ext cx="10692168" cy="3083187"/>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nl-NL" strike="sngStrike"/>
          </a:p>
        </p:txBody>
      </p:sp>
      <p:sp>
        <p:nvSpPr>
          <p:cNvPr id="37" name="Rechthoek 36">
            <a:extLst>
              <a:ext uri="{FF2B5EF4-FFF2-40B4-BE49-F238E27FC236}">
                <a16:creationId xmlns:a16="http://schemas.microsoft.com/office/drawing/2014/main" id="{F8C3F9D3-1532-C847-AECD-704DD7C78961}"/>
              </a:ext>
            </a:extLst>
          </p:cNvPr>
          <p:cNvSpPr/>
          <p:nvPr/>
        </p:nvSpPr>
        <p:spPr>
          <a:xfrm>
            <a:off x="1659353" y="12005236"/>
            <a:ext cx="19375781" cy="7359760"/>
          </a:xfrm>
          <a:prstGeom prst="rect">
            <a:avLst/>
          </a:prstGeom>
          <a:solidFill>
            <a:schemeClr val="bg1">
              <a:lumMod val="95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lvl1pPr>
              <a:defRPr>
                <a:solidFill>
                  <a:schemeClr val="lt1"/>
                </a:solidFill>
                <a:latin typeface="+mn-lt"/>
                <a:ea typeface="+mn-ea"/>
                <a:cs typeface="+mn-cs"/>
              </a:defRPr>
            </a:lvl1pPr>
            <a:lvl2pPr>
              <a:defRPr>
                <a:solidFill>
                  <a:schemeClr val="lt1"/>
                </a:solidFill>
                <a:latin typeface="+mn-lt"/>
                <a:ea typeface="+mn-ea"/>
                <a:cs typeface="+mn-cs"/>
              </a:defRPr>
            </a:lvl2pPr>
            <a:lvl3pPr>
              <a:defRPr>
                <a:solidFill>
                  <a:schemeClr val="lt1"/>
                </a:solidFill>
                <a:latin typeface="+mn-lt"/>
                <a:ea typeface="+mn-ea"/>
                <a:cs typeface="+mn-cs"/>
              </a:defRPr>
            </a:lvl3pPr>
            <a:lvl4pPr>
              <a:defRPr>
                <a:solidFill>
                  <a:schemeClr val="lt1"/>
                </a:solidFill>
                <a:latin typeface="+mn-lt"/>
                <a:ea typeface="+mn-ea"/>
                <a:cs typeface="+mn-cs"/>
              </a:defRPr>
            </a:lvl4pPr>
            <a:lvl5pPr>
              <a:defRPr>
                <a:solidFill>
                  <a:schemeClr val="lt1"/>
                </a:solidFill>
                <a:latin typeface="+mn-lt"/>
                <a:ea typeface="+mn-ea"/>
                <a:cs typeface="+mn-cs"/>
              </a:defRPr>
            </a:lvl5pPr>
            <a:lvl6pPr>
              <a:defRPr>
                <a:solidFill>
                  <a:schemeClr val="lt1"/>
                </a:solidFill>
                <a:latin typeface="+mn-lt"/>
                <a:ea typeface="+mn-ea"/>
                <a:cs typeface="+mn-cs"/>
              </a:defRPr>
            </a:lvl6pPr>
            <a:lvl7pPr>
              <a:defRPr>
                <a:solidFill>
                  <a:schemeClr val="lt1"/>
                </a:solidFill>
                <a:latin typeface="+mn-lt"/>
                <a:ea typeface="+mn-ea"/>
                <a:cs typeface="+mn-cs"/>
              </a:defRPr>
            </a:lvl7pPr>
            <a:lvl8pPr>
              <a:defRPr>
                <a:solidFill>
                  <a:schemeClr val="lt1"/>
                </a:solidFill>
                <a:latin typeface="+mn-lt"/>
                <a:ea typeface="+mn-ea"/>
                <a:cs typeface="+mn-cs"/>
              </a:defRPr>
            </a:lvl8pPr>
            <a:lvl9pPr>
              <a:defRPr>
                <a:solidFill>
                  <a:schemeClr val="lt1"/>
                </a:solidFill>
                <a:latin typeface="+mn-lt"/>
                <a:ea typeface="+mn-ea"/>
                <a:cs typeface="+mn-cs"/>
              </a:defRPr>
            </a:lvl9pPr>
          </a:lstStyle>
          <a:p>
            <a:pPr algn="ctr"/>
            <a:endParaRPr lang="en-GB" sz="1957" dirty="0"/>
          </a:p>
        </p:txBody>
      </p:sp>
      <p:sp>
        <p:nvSpPr>
          <p:cNvPr id="38" name="Tekstvak 37">
            <a:extLst>
              <a:ext uri="{FF2B5EF4-FFF2-40B4-BE49-F238E27FC236}">
                <a16:creationId xmlns:a16="http://schemas.microsoft.com/office/drawing/2014/main" id="{9722A7C8-C6E5-3F4D-92B6-754BC81CDDC5}"/>
              </a:ext>
            </a:extLst>
          </p:cNvPr>
          <p:cNvSpPr txBox="1">
            <a:spLocks/>
          </p:cNvSpPr>
          <p:nvPr/>
        </p:nvSpPr>
        <p:spPr>
          <a:xfrm>
            <a:off x="1659353" y="3699992"/>
            <a:ext cx="29549804" cy="1674516"/>
          </a:xfrm>
          <a:prstGeom prst="rect">
            <a:avLst/>
          </a:prstGeom>
          <a:noFill/>
        </p:spPr>
        <p:txBody>
          <a:bodyPr wrap="square" lIns="0" tIns="0" rIns="0" bIns="0" rtlCol="0">
            <a:noAutofit/>
          </a:bodyPr>
          <a:lstStyle/>
          <a:p>
            <a:r>
              <a:rPr lang="en-US" sz="5000" b="1" dirty="0">
                <a:latin typeface="Merriweather" pitchFamily="2" charset="77"/>
                <a:cs typeface="Verdana"/>
              </a:rPr>
              <a:t>Teaching Reproducibility to Research Master's Students</a:t>
            </a:r>
            <a:endParaRPr lang="en-GB" sz="5000" b="1" dirty="0">
              <a:latin typeface="Merriweather" pitchFamily="2" charset="77"/>
              <a:cs typeface="Verdana"/>
            </a:endParaRPr>
          </a:p>
          <a:p>
            <a:r>
              <a:rPr lang="en-GB" sz="4000" dirty="0">
                <a:latin typeface="Merriweather" pitchFamily="2" charset="77"/>
                <a:cs typeface="Verdana"/>
              </a:rPr>
              <a:t>What resources to use? And which tools/elements are domain agnostic?</a:t>
            </a:r>
          </a:p>
        </p:txBody>
      </p:sp>
      <p:cxnSp>
        <p:nvCxnSpPr>
          <p:cNvPr id="39" name="Rechte verbindingslijn 38">
            <a:extLst>
              <a:ext uri="{FF2B5EF4-FFF2-40B4-BE49-F238E27FC236}">
                <a16:creationId xmlns:a16="http://schemas.microsoft.com/office/drawing/2014/main" id="{101778CA-EE18-3F4C-959A-801EFE65841A}"/>
              </a:ext>
            </a:extLst>
          </p:cNvPr>
          <p:cNvCxnSpPr/>
          <p:nvPr/>
        </p:nvCxnSpPr>
        <p:spPr>
          <a:xfrm flipV="1">
            <a:off x="1583213" y="6364288"/>
            <a:ext cx="29986861" cy="1"/>
          </a:xfrm>
          <a:prstGeom prst="line">
            <a:avLst/>
          </a:prstGeom>
          <a:ln w="12700" cap="flat" cmpd="sng" algn="ctr">
            <a:solidFill>
              <a:schemeClr val="tx1"/>
            </a:solidFill>
            <a:prstDash val="solid"/>
            <a:round/>
            <a:headEnd type="none" w="med" len="med"/>
            <a:tailEnd type="none" w="med" len="med"/>
          </a:ln>
          <a:effectLst/>
        </p:spPr>
        <p:style>
          <a:lnRef idx="2">
            <a:schemeClr val="accent1"/>
          </a:lnRef>
          <a:fillRef idx="0">
            <a:schemeClr val="accent1"/>
          </a:fillRef>
          <a:effectRef idx="1">
            <a:schemeClr val="accent1"/>
          </a:effectRef>
          <a:fontRef idx="minor">
            <a:schemeClr val="tx1"/>
          </a:fontRef>
        </p:style>
      </p:cxnSp>
      <p:sp>
        <p:nvSpPr>
          <p:cNvPr id="40" name="Subtitel 2">
            <a:extLst>
              <a:ext uri="{FF2B5EF4-FFF2-40B4-BE49-F238E27FC236}">
                <a16:creationId xmlns:a16="http://schemas.microsoft.com/office/drawing/2014/main" id="{1803F8D0-7ED6-C94E-97E9-09A775915736}"/>
              </a:ext>
            </a:extLst>
          </p:cNvPr>
          <p:cNvSpPr txBox="1">
            <a:spLocks/>
          </p:cNvSpPr>
          <p:nvPr/>
        </p:nvSpPr>
        <p:spPr>
          <a:xfrm>
            <a:off x="1583212" y="19984118"/>
            <a:ext cx="14875987" cy="998772"/>
          </a:xfrm>
          <a:prstGeom prst="rect">
            <a:avLst/>
          </a:prstGeom>
          <a:noFill/>
        </p:spPr>
        <p:txBody>
          <a:bodyPr vert="horz" lIns="0" tIns="0" rIns="0" bIns="0" rtlCol="0">
            <a:noAutofit/>
          </a:bodyPr>
          <a:lstStyle>
            <a:lvl1pPr marL="0" indent="0" algn="ctr" defTabSz="457200" rtl="0" eaLnBrk="1" latinLnBrk="0" hangingPunct="1">
              <a:spcBef>
                <a:spcPct val="20000"/>
              </a:spcBef>
              <a:buFont typeface="Arial"/>
              <a:buNone/>
              <a:defRPr sz="3200" kern="1200">
                <a:solidFill>
                  <a:schemeClr val="tx1">
                    <a:tint val="75000"/>
                  </a:schemeClr>
                </a:solidFill>
                <a:latin typeface="+mn-lt"/>
                <a:ea typeface="+mn-ea"/>
                <a:cs typeface="+mn-cs"/>
              </a:defRPr>
            </a:lvl1pPr>
            <a:lvl2pPr marL="457200" indent="0" algn="ctr" defTabSz="457200" rtl="0" eaLnBrk="1" latinLnBrk="0" hangingPunct="1">
              <a:spcBef>
                <a:spcPct val="20000"/>
              </a:spcBef>
              <a:buFont typeface="Arial"/>
              <a:buNone/>
              <a:defRPr sz="2800" kern="1200">
                <a:solidFill>
                  <a:schemeClr val="tx1">
                    <a:tint val="75000"/>
                  </a:schemeClr>
                </a:solidFill>
                <a:latin typeface="+mn-lt"/>
                <a:ea typeface="+mn-ea"/>
                <a:cs typeface="+mn-cs"/>
              </a:defRPr>
            </a:lvl2pPr>
            <a:lvl3pPr marL="914400" indent="0" algn="ctr" defTabSz="457200" rtl="0" eaLnBrk="1" latinLnBrk="0" hangingPunct="1">
              <a:spcBef>
                <a:spcPct val="20000"/>
              </a:spcBef>
              <a:buFont typeface="Arial"/>
              <a:buNone/>
              <a:defRPr sz="2400" kern="1200">
                <a:solidFill>
                  <a:schemeClr val="tx1">
                    <a:tint val="75000"/>
                  </a:schemeClr>
                </a:solidFill>
                <a:latin typeface="+mn-lt"/>
                <a:ea typeface="+mn-ea"/>
                <a:cs typeface="+mn-cs"/>
              </a:defRPr>
            </a:lvl3pPr>
            <a:lvl4pPr marL="1371600" indent="0" algn="ctr" defTabSz="457200" rtl="0" eaLnBrk="1" latinLnBrk="0" hangingPunct="1">
              <a:spcBef>
                <a:spcPct val="20000"/>
              </a:spcBef>
              <a:buFont typeface="Arial"/>
              <a:buNone/>
              <a:defRPr sz="2000" kern="1200">
                <a:solidFill>
                  <a:schemeClr val="tx1">
                    <a:tint val="75000"/>
                  </a:schemeClr>
                </a:solidFill>
                <a:latin typeface="+mn-lt"/>
                <a:ea typeface="+mn-ea"/>
                <a:cs typeface="+mn-cs"/>
              </a:defRPr>
            </a:lvl4pPr>
            <a:lvl5pPr marL="1828800" indent="0" algn="ctr" defTabSz="457200" rtl="0" eaLnBrk="1" latinLnBrk="0" hangingPunct="1">
              <a:spcBef>
                <a:spcPct val="20000"/>
              </a:spcBef>
              <a:buFont typeface="Arial"/>
              <a:buNone/>
              <a:defRPr sz="2000" kern="1200">
                <a:solidFill>
                  <a:schemeClr val="tx1">
                    <a:tint val="75000"/>
                  </a:schemeClr>
                </a:solidFill>
                <a:latin typeface="+mn-lt"/>
                <a:ea typeface="+mn-ea"/>
                <a:cs typeface="+mn-cs"/>
              </a:defRPr>
            </a:lvl5pPr>
            <a:lvl6pPr marL="2286000" indent="0" algn="ctr" defTabSz="457200" rtl="0" eaLnBrk="1" latinLnBrk="0" hangingPunct="1">
              <a:spcBef>
                <a:spcPct val="20000"/>
              </a:spcBef>
              <a:buFont typeface="Arial"/>
              <a:buNone/>
              <a:defRPr sz="2000" kern="1200">
                <a:solidFill>
                  <a:schemeClr val="tx1">
                    <a:tint val="75000"/>
                  </a:schemeClr>
                </a:solidFill>
                <a:latin typeface="+mn-lt"/>
                <a:ea typeface="+mn-ea"/>
                <a:cs typeface="+mn-cs"/>
              </a:defRPr>
            </a:lvl6pPr>
            <a:lvl7pPr marL="2743200" indent="0" algn="ctr" defTabSz="457200" rtl="0" eaLnBrk="1" latinLnBrk="0" hangingPunct="1">
              <a:spcBef>
                <a:spcPct val="20000"/>
              </a:spcBef>
              <a:buFont typeface="Arial"/>
              <a:buNone/>
              <a:defRPr sz="2000" kern="1200">
                <a:solidFill>
                  <a:schemeClr val="tx1">
                    <a:tint val="75000"/>
                  </a:schemeClr>
                </a:solidFill>
                <a:latin typeface="+mn-lt"/>
                <a:ea typeface="+mn-ea"/>
                <a:cs typeface="+mn-cs"/>
              </a:defRPr>
            </a:lvl7pPr>
            <a:lvl8pPr marL="3200400" indent="0" algn="ctr" defTabSz="457200" rtl="0" eaLnBrk="1" latinLnBrk="0" hangingPunct="1">
              <a:spcBef>
                <a:spcPct val="20000"/>
              </a:spcBef>
              <a:buFont typeface="Arial"/>
              <a:buNone/>
              <a:defRPr sz="2000" kern="1200">
                <a:solidFill>
                  <a:schemeClr val="tx1">
                    <a:tint val="75000"/>
                  </a:schemeClr>
                </a:solidFill>
                <a:latin typeface="+mn-lt"/>
                <a:ea typeface="+mn-ea"/>
                <a:cs typeface="+mn-cs"/>
              </a:defRPr>
            </a:lvl8pPr>
            <a:lvl9pPr marL="3657600" indent="0" algn="ctr" defTabSz="457200" rtl="0" eaLnBrk="1" latinLnBrk="0" hangingPunct="1">
              <a:spcBef>
                <a:spcPct val="20000"/>
              </a:spcBef>
              <a:buFont typeface="Arial"/>
              <a:buNone/>
              <a:defRPr sz="2000" kern="1200">
                <a:solidFill>
                  <a:schemeClr val="tx1">
                    <a:tint val="75000"/>
                  </a:schemeClr>
                </a:solidFill>
                <a:latin typeface="+mn-lt"/>
                <a:ea typeface="+mn-ea"/>
                <a:cs typeface="+mn-cs"/>
              </a:defRPr>
            </a:lvl9pPr>
          </a:lstStyle>
          <a:p>
            <a:pPr algn="l">
              <a:spcBef>
                <a:spcPts val="0"/>
              </a:spcBef>
            </a:pPr>
            <a:r>
              <a:rPr lang="en-GB" sz="1400" b="1" dirty="0">
                <a:solidFill>
                  <a:schemeClr val="tx1"/>
                </a:solidFill>
                <a:latin typeface="Open Sans" panose="020B0606030504020204" pitchFamily="34" charset="0"/>
                <a:ea typeface="Open Sans" panose="020B0606030504020204" pitchFamily="34" charset="0"/>
                <a:cs typeface="Open Sans" panose="020B0606030504020204" pitchFamily="34" charset="0"/>
              </a:rPr>
              <a:t>References</a:t>
            </a:r>
          </a:p>
          <a:p>
            <a:pPr marL="372835" indent="-372835" algn="l">
              <a:buFont typeface="Arial"/>
              <a:buAutoNum type="arabicPeriod"/>
            </a:pPr>
            <a:r>
              <a:rPr lang="en-US" sz="1400" b="1" dirty="0">
                <a:solidFill>
                  <a:srgbClr val="0F1012"/>
                </a:solidFill>
                <a:latin typeface="Open Sans SemiBold" panose="020B0606030504020204" pitchFamily="34" charset="0"/>
                <a:ea typeface="Open Sans SemiBold" panose="020B0606030504020204" pitchFamily="34" charset="0"/>
                <a:cs typeface="Open Sans SemiBold" panose="020B0606030504020204" pitchFamily="34" charset="0"/>
              </a:rPr>
              <a:t>Markup Languages and Reproducible Programming in Statistics</a:t>
            </a:r>
            <a:r>
              <a:rPr lang="en-GB" sz="1400" b="1" dirty="0">
                <a:solidFill>
                  <a:srgbClr val="0F1012"/>
                </a:solidFill>
                <a:latin typeface="Open Sans SemiBold" panose="020B0606030504020204" pitchFamily="34" charset="0"/>
                <a:ea typeface="Open Sans SemiBold" panose="020B0606030504020204" pitchFamily="34" charset="0"/>
                <a:cs typeface="Open Sans SemiBold" panose="020B0606030504020204" pitchFamily="34" charset="0"/>
              </a:rPr>
              <a:t> team (2024). Course materials. URL: www.gerkovink.com/markup</a:t>
            </a:r>
          </a:p>
          <a:p>
            <a:pPr marL="372835" indent="-372835" algn="l">
              <a:buAutoNum type="arabicPeriod"/>
            </a:pPr>
            <a:r>
              <a:rPr lang="en-GB" sz="1400" b="1" dirty="0">
                <a:solidFill>
                  <a:srgbClr val="0F1012"/>
                </a:solidFill>
                <a:latin typeface="Open Sans SemiBold" panose="020B0606030504020204" pitchFamily="34" charset="0"/>
                <a:ea typeface="Open Sans SemiBold" panose="020B0606030504020204" pitchFamily="34" charset="0"/>
                <a:cs typeface="Open Sans SemiBold" panose="020B0606030504020204" pitchFamily="34" charset="0"/>
              </a:rPr>
              <a:t>Utrecht University (2024). Course description. URL: https://osiris-student.uu.nl/#/onderwijscatalogus/extern/cursus?cursuscode=202000010&amp;taal=en&amp;collegejaar=huidig</a:t>
            </a:r>
          </a:p>
          <a:p>
            <a:pPr marL="372835" indent="-372835" algn="l">
              <a:buAutoNum type="arabicPeriod"/>
            </a:pPr>
            <a:r>
              <a:rPr lang="en-US" sz="1400" b="1" dirty="0">
                <a:solidFill>
                  <a:srgbClr val="0F1012"/>
                </a:solidFill>
                <a:latin typeface="Open Sans SemiBold" panose="020B0606030504020204" pitchFamily="34" charset="0"/>
                <a:ea typeface="Open Sans SemiBold" panose="020B0606030504020204" pitchFamily="34" charset="0"/>
                <a:cs typeface="Open Sans SemiBold" panose="020B0606030504020204" pitchFamily="34" charset="0"/>
              </a:rPr>
              <a:t>The Turing Way Community (2022). The Turing Way: A handbook for reproducible, ethical and collaborative research (1.0.2). DOI: 10.5281/ZENODO.3233853</a:t>
            </a:r>
            <a:endParaRPr lang="en-GB" sz="1400" b="1" dirty="0">
              <a:solidFill>
                <a:srgbClr val="0F1012"/>
              </a:solidFill>
              <a:latin typeface="Open Sans SemiBold" panose="020B0606030504020204" pitchFamily="34" charset="0"/>
              <a:ea typeface="Open Sans SemiBold" panose="020B0606030504020204" pitchFamily="34" charset="0"/>
              <a:cs typeface="Open Sans SemiBold" panose="020B0606030504020204" pitchFamily="34" charset="0"/>
            </a:endParaRPr>
          </a:p>
        </p:txBody>
      </p:sp>
      <p:cxnSp>
        <p:nvCxnSpPr>
          <p:cNvPr id="41" name="Rechte verbindingslijn 40">
            <a:extLst>
              <a:ext uri="{FF2B5EF4-FFF2-40B4-BE49-F238E27FC236}">
                <a16:creationId xmlns:a16="http://schemas.microsoft.com/office/drawing/2014/main" id="{D905E6AD-FEA8-E048-8813-F3F8148C30C8}"/>
              </a:ext>
            </a:extLst>
          </p:cNvPr>
          <p:cNvCxnSpPr/>
          <p:nvPr/>
        </p:nvCxnSpPr>
        <p:spPr>
          <a:xfrm>
            <a:off x="1583213" y="19829784"/>
            <a:ext cx="29830275" cy="0"/>
          </a:xfrm>
          <a:prstGeom prst="line">
            <a:avLst/>
          </a:prstGeom>
          <a:ln w="12700" cap="flat" cmpd="sng" algn="ctr">
            <a:solidFill>
              <a:schemeClr val="tx1"/>
            </a:solidFill>
            <a:prstDash val="solid"/>
            <a:round/>
            <a:headEnd type="none" w="med" len="med"/>
            <a:tailEnd type="none" w="med" len="med"/>
          </a:ln>
          <a:effectLst/>
        </p:spPr>
        <p:style>
          <a:lnRef idx="2">
            <a:schemeClr val="accent1"/>
          </a:lnRef>
          <a:fillRef idx="0">
            <a:schemeClr val="accent1"/>
          </a:fillRef>
          <a:effectRef idx="1">
            <a:schemeClr val="accent1"/>
          </a:effectRef>
          <a:fontRef idx="minor">
            <a:schemeClr val="tx1"/>
          </a:fontRef>
        </p:style>
      </p:cxnSp>
      <p:sp>
        <p:nvSpPr>
          <p:cNvPr id="42" name="Subtitel 2">
            <a:extLst>
              <a:ext uri="{FF2B5EF4-FFF2-40B4-BE49-F238E27FC236}">
                <a16:creationId xmlns:a16="http://schemas.microsoft.com/office/drawing/2014/main" id="{E413B28D-43DF-E242-A76E-453F30AB6AC8}"/>
              </a:ext>
            </a:extLst>
          </p:cNvPr>
          <p:cNvSpPr txBox="1">
            <a:spLocks/>
          </p:cNvSpPr>
          <p:nvPr/>
        </p:nvSpPr>
        <p:spPr>
          <a:xfrm>
            <a:off x="2335288" y="12497151"/>
            <a:ext cx="18196896" cy="815031"/>
          </a:xfrm>
          <a:prstGeom prst="rect">
            <a:avLst/>
          </a:prstGeom>
          <a:noFill/>
        </p:spPr>
        <p:txBody>
          <a:bodyPr vert="horz" wrap="square" lIns="0" tIns="0" rIns="0" bIns="0" rtlCol="0">
            <a:spAutoFit/>
          </a:bodyPr>
          <a:lstStyle>
            <a:lvl1pPr marL="0" indent="0" algn="ctr" defTabSz="457200" rtl="0" eaLnBrk="1" latinLnBrk="0" hangingPunct="1">
              <a:spcBef>
                <a:spcPct val="20000"/>
              </a:spcBef>
              <a:buFont typeface="Arial"/>
              <a:buNone/>
              <a:defRPr sz="3200" kern="1200">
                <a:solidFill>
                  <a:schemeClr val="tx1">
                    <a:tint val="75000"/>
                  </a:schemeClr>
                </a:solidFill>
                <a:latin typeface="+mn-lt"/>
                <a:ea typeface="+mn-ea"/>
                <a:cs typeface="+mn-cs"/>
              </a:defRPr>
            </a:lvl1pPr>
            <a:lvl2pPr marL="457200" indent="0" algn="ctr" defTabSz="457200" rtl="0" eaLnBrk="1" latinLnBrk="0" hangingPunct="1">
              <a:spcBef>
                <a:spcPct val="20000"/>
              </a:spcBef>
              <a:buFont typeface="Arial"/>
              <a:buNone/>
              <a:defRPr sz="2800" kern="1200">
                <a:solidFill>
                  <a:schemeClr val="tx1">
                    <a:tint val="75000"/>
                  </a:schemeClr>
                </a:solidFill>
                <a:latin typeface="+mn-lt"/>
                <a:ea typeface="+mn-ea"/>
                <a:cs typeface="+mn-cs"/>
              </a:defRPr>
            </a:lvl2pPr>
            <a:lvl3pPr marL="914400" indent="0" algn="ctr" defTabSz="457200" rtl="0" eaLnBrk="1" latinLnBrk="0" hangingPunct="1">
              <a:spcBef>
                <a:spcPct val="20000"/>
              </a:spcBef>
              <a:buFont typeface="Arial"/>
              <a:buNone/>
              <a:defRPr sz="2400" kern="1200">
                <a:solidFill>
                  <a:schemeClr val="tx1">
                    <a:tint val="75000"/>
                  </a:schemeClr>
                </a:solidFill>
                <a:latin typeface="+mn-lt"/>
                <a:ea typeface="+mn-ea"/>
                <a:cs typeface="+mn-cs"/>
              </a:defRPr>
            </a:lvl3pPr>
            <a:lvl4pPr marL="1371600" indent="0" algn="ctr" defTabSz="457200" rtl="0" eaLnBrk="1" latinLnBrk="0" hangingPunct="1">
              <a:spcBef>
                <a:spcPct val="20000"/>
              </a:spcBef>
              <a:buFont typeface="Arial"/>
              <a:buNone/>
              <a:defRPr sz="2000" kern="1200">
                <a:solidFill>
                  <a:schemeClr val="tx1">
                    <a:tint val="75000"/>
                  </a:schemeClr>
                </a:solidFill>
                <a:latin typeface="+mn-lt"/>
                <a:ea typeface="+mn-ea"/>
                <a:cs typeface="+mn-cs"/>
              </a:defRPr>
            </a:lvl4pPr>
            <a:lvl5pPr marL="1828800" indent="0" algn="ctr" defTabSz="457200" rtl="0" eaLnBrk="1" latinLnBrk="0" hangingPunct="1">
              <a:spcBef>
                <a:spcPct val="20000"/>
              </a:spcBef>
              <a:buFont typeface="Arial"/>
              <a:buNone/>
              <a:defRPr sz="2000" kern="1200">
                <a:solidFill>
                  <a:schemeClr val="tx1">
                    <a:tint val="75000"/>
                  </a:schemeClr>
                </a:solidFill>
                <a:latin typeface="+mn-lt"/>
                <a:ea typeface="+mn-ea"/>
                <a:cs typeface="+mn-cs"/>
              </a:defRPr>
            </a:lvl5pPr>
            <a:lvl6pPr marL="2286000" indent="0" algn="ctr" defTabSz="457200" rtl="0" eaLnBrk="1" latinLnBrk="0" hangingPunct="1">
              <a:spcBef>
                <a:spcPct val="20000"/>
              </a:spcBef>
              <a:buFont typeface="Arial"/>
              <a:buNone/>
              <a:defRPr sz="2000" kern="1200">
                <a:solidFill>
                  <a:schemeClr val="tx1">
                    <a:tint val="75000"/>
                  </a:schemeClr>
                </a:solidFill>
                <a:latin typeface="+mn-lt"/>
                <a:ea typeface="+mn-ea"/>
                <a:cs typeface="+mn-cs"/>
              </a:defRPr>
            </a:lvl6pPr>
            <a:lvl7pPr marL="2743200" indent="0" algn="ctr" defTabSz="457200" rtl="0" eaLnBrk="1" latinLnBrk="0" hangingPunct="1">
              <a:spcBef>
                <a:spcPct val="20000"/>
              </a:spcBef>
              <a:buFont typeface="Arial"/>
              <a:buNone/>
              <a:defRPr sz="2000" kern="1200">
                <a:solidFill>
                  <a:schemeClr val="tx1">
                    <a:tint val="75000"/>
                  </a:schemeClr>
                </a:solidFill>
                <a:latin typeface="+mn-lt"/>
                <a:ea typeface="+mn-ea"/>
                <a:cs typeface="+mn-cs"/>
              </a:defRPr>
            </a:lvl7pPr>
            <a:lvl8pPr marL="3200400" indent="0" algn="ctr" defTabSz="457200" rtl="0" eaLnBrk="1" latinLnBrk="0" hangingPunct="1">
              <a:spcBef>
                <a:spcPct val="20000"/>
              </a:spcBef>
              <a:buFont typeface="Arial"/>
              <a:buNone/>
              <a:defRPr sz="2000" kern="1200">
                <a:solidFill>
                  <a:schemeClr val="tx1">
                    <a:tint val="75000"/>
                  </a:schemeClr>
                </a:solidFill>
                <a:latin typeface="+mn-lt"/>
                <a:ea typeface="+mn-ea"/>
                <a:cs typeface="+mn-cs"/>
              </a:defRPr>
            </a:lvl8pPr>
            <a:lvl9pPr marL="3657600" indent="0" algn="ctr" defTabSz="457200" rtl="0" eaLnBrk="1" latinLnBrk="0" hangingPunct="1">
              <a:spcBef>
                <a:spcPct val="20000"/>
              </a:spcBef>
              <a:buFont typeface="Arial"/>
              <a:buNone/>
              <a:defRPr sz="2000" kern="1200">
                <a:solidFill>
                  <a:schemeClr val="tx1">
                    <a:tint val="75000"/>
                  </a:schemeClr>
                </a:solidFill>
                <a:latin typeface="+mn-lt"/>
                <a:ea typeface="+mn-ea"/>
                <a:cs typeface="+mn-cs"/>
              </a:defRPr>
            </a:lvl9pPr>
          </a:lstStyle>
          <a:p>
            <a:pPr algn="l">
              <a:lnSpc>
                <a:spcPts val="3588"/>
              </a:lnSpc>
              <a:spcBef>
                <a:spcPts val="0"/>
              </a:spcBef>
            </a:pPr>
            <a:r>
              <a:rPr lang="en-GB" sz="2392" b="1" dirty="0">
                <a:solidFill>
                  <a:srgbClr val="C10033"/>
                </a:solidFill>
                <a:latin typeface="Open Sans" panose="020B0606030504020204" pitchFamily="34" charset="0"/>
                <a:ea typeface="Open Sans" panose="020B0606030504020204" pitchFamily="34" charset="0"/>
                <a:cs typeface="Open Sans" panose="020B0606030504020204" pitchFamily="34" charset="0"/>
              </a:rPr>
              <a:t>Figure 1</a:t>
            </a:r>
          </a:p>
          <a:p>
            <a:pPr algn="l">
              <a:lnSpc>
                <a:spcPts val="3044"/>
              </a:lnSpc>
              <a:spcBef>
                <a:spcPts val="0"/>
              </a:spcBef>
            </a:pPr>
            <a:r>
              <a:rPr lang="en-GB" sz="1957" b="1" dirty="0">
                <a:solidFill>
                  <a:srgbClr val="0F1012"/>
                </a:solidFill>
                <a:latin typeface="Open Sans SemiBold" panose="020B0606030504020204" pitchFamily="34" charset="0"/>
                <a:ea typeface="Open Sans SemiBold" panose="020B0606030504020204" pitchFamily="34" charset="0"/>
                <a:cs typeface="Open Sans SemiBold" panose="020B0606030504020204" pitchFamily="34" charset="0"/>
              </a:rPr>
              <a:t>Elements in the UU course ‘</a:t>
            </a:r>
            <a:r>
              <a:rPr lang="en-US" sz="1957" b="1" dirty="0">
                <a:solidFill>
                  <a:srgbClr val="0F1012"/>
                </a:solidFill>
                <a:latin typeface="Open Sans SemiBold" panose="020B0606030504020204" pitchFamily="34" charset="0"/>
                <a:ea typeface="Open Sans SemiBold" panose="020B0606030504020204" pitchFamily="34" charset="0"/>
                <a:cs typeface="Open Sans SemiBold" panose="020B0606030504020204" pitchFamily="34" charset="0"/>
              </a:rPr>
              <a:t>Markup Languages and Reproducible Programming in Statistics’.</a:t>
            </a:r>
            <a:r>
              <a:rPr lang="en-GB" sz="1957" b="1" dirty="0">
                <a:solidFill>
                  <a:srgbClr val="0F1012"/>
                </a:solidFill>
                <a:latin typeface="Open Sans SemiBold" panose="020B0606030504020204" pitchFamily="34" charset="0"/>
                <a:ea typeface="Open Sans SemiBold" panose="020B0606030504020204" pitchFamily="34" charset="0"/>
                <a:cs typeface="Open Sans SemiBold" panose="020B0606030504020204" pitchFamily="34" charset="0"/>
              </a:rPr>
              <a:t> What do you think is missing? What could you reuse?</a:t>
            </a:r>
          </a:p>
        </p:txBody>
      </p:sp>
      <p:sp>
        <p:nvSpPr>
          <p:cNvPr id="45" name="Rechthoek 44">
            <a:extLst>
              <a:ext uri="{FF2B5EF4-FFF2-40B4-BE49-F238E27FC236}">
                <a16:creationId xmlns:a16="http://schemas.microsoft.com/office/drawing/2014/main" id="{B15C782D-310C-0D46-8239-DB6C828F7FD6}"/>
              </a:ext>
            </a:extLst>
          </p:cNvPr>
          <p:cNvSpPr/>
          <p:nvPr/>
        </p:nvSpPr>
        <p:spPr>
          <a:xfrm>
            <a:off x="22256864" y="11996256"/>
            <a:ext cx="9140846" cy="7359760"/>
          </a:xfrm>
          <a:prstGeom prst="rect">
            <a:avLst/>
          </a:prstGeom>
          <a:solidFill>
            <a:schemeClr val="bg1">
              <a:lumMod val="95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GB" sz="1957" dirty="0"/>
          </a:p>
        </p:txBody>
      </p:sp>
      <p:sp>
        <p:nvSpPr>
          <p:cNvPr id="51" name="Tekstvak 50">
            <a:extLst>
              <a:ext uri="{FF2B5EF4-FFF2-40B4-BE49-F238E27FC236}">
                <a16:creationId xmlns:a16="http://schemas.microsoft.com/office/drawing/2014/main" id="{2E342441-D5FD-5545-AF7B-F8CD4E455EFA}"/>
              </a:ext>
            </a:extLst>
          </p:cNvPr>
          <p:cNvSpPr txBox="1"/>
          <p:nvPr/>
        </p:nvSpPr>
        <p:spPr>
          <a:xfrm>
            <a:off x="1508774" y="6868344"/>
            <a:ext cx="9313209" cy="4708981"/>
          </a:xfrm>
          <a:prstGeom prst="rect">
            <a:avLst/>
          </a:prstGeom>
          <a:noFill/>
        </p:spPr>
        <p:txBody>
          <a:bodyPr wrap="square" rtlCol="0">
            <a:spAutoFit/>
          </a:bodyPr>
          <a:lstStyle/>
          <a:p>
            <a:r>
              <a:rPr lang="en-US" sz="2000" b="1" dirty="0">
                <a:latin typeface="Merriweather" pitchFamily="2" charset="77"/>
              </a:rPr>
              <a:t>Our course</a:t>
            </a:r>
            <a:endParaRPr lang="en-GB" sz="2000" b="1" dirty="0">
              <a:solidFill>
                <a:srgbClr val="C10033"/>
              </a:solidFill>
              <a:latin typeface="Merriweather" pitchFamily="2" charset="77"/>
            </a:endParaRPr>
          </a:p>
          <a:p>
            <a:r>
              <a:rPr lang="en-US" sz="2000" dirty="0">
                <a:solidFill>
                  <a:srgbClr val="0F1012"/>
                </a:solidFill>
                <a:latin typeface="Open Sans" panose="020B0606030504020204" pitchFamily="34" charset="0"/>
                <a:ea typeface="Open Sans" panose="020B0606030504020204" pitchFamily="34" charset="0"/>
                <a:cs typeface="Open Sans" panose="020B0606030504020204" pitchFamily="34" charset="0"/>
              </a:rPr>
              <a:t>We teach ‘Markup Languages and Reproducible Programming in Statistics’ in the second year of the Master’s </a:t>
            </a:r>
            <a:r>
              <a:rPr lang="en-US" sz="2000" dirty="0" err="1">
                <a:solidFill>
                  <a:srgbClr val="0F1012"/>
                </a:solidFill>
                <a:latin typeface="Open Sans" panose="020B0606030504020204" pitchFamily="34" charset="0"/>
                <a:ea typeface="Open Sans" panose="020B0606030504020204" pitchFamily="34" charset="0"/>
                <a:cs typeface="Open Sans" panose="020B0606030504020204" pitchFamily="34" charset="0"/>
              </a:rPr>
              <a:t>programme</a:t>
            </a:r>
            <a:r>
              <a:rPr lang="en-US" sz="2000" dirty="0">
                <a:solidFill>
                  <a:srgbClr val="0F1012"/>
                </a:solidFill>
                <a:latin typeface="Open Sans" panose="020B0606030504020204" pitchFamily="34" charset="0"/>
                <a:ea typeface="Open Sans" panose="020B0606030504020204" pitchFamily="34" charset="0"/>
                <a:cs typeface="Open Sans" panose="020B0606030504020204" pitchFamily="34" charset="0"/>
              </a:rPr>
              <a:t> ‘Methodology and Statistics for the </a:t>
            </a:r>
            <a:r>
              <a:rPr lang="en-US" sz="2000" dirty="0" err="1">
                <a:solidFill>
                  <a:srgbClr val="0F1012"/>
                </a:solidFill>
                <a:latin typeface="Open Sans" panose="020B0606030504020204" pitchFamily="34" charset="0"/>
                <a:ea typeface="Open Sans" panose="020B0606030504020204" pitchFamily="34" charset="0"/>
                <a:cs typeface="Open Sans" panose="020B0606030504020204" pitchFamily="34" charset="0"/>
              </a:rPr>
              <a:t>Behavioural</a:t>
            </a:r>
            <a:r>
              <a:rPr lang="en-US" sz="2000" dirty="0">
                <a:solidFill>
                  <a:srgbClr val="0F1012"/>
                </a:solidFill>
                <a:latin typeface="Open Sans" panose="020B0606030504020204" pitchFamily="34" charset="0"/>
                <a:ea typeface="Open Sans" panose="020B0606030504020204" pitchFamily="34" charset="0"/>
                <a:cs typeface="Open Sans" panose="020B0606030504020204" pitchFamily="34" charset="0"/>
              </a:rPr>
              <a:t>, Biomedical and Social Sciences’ at Utrecht University (UU).</a:t>
            </a:r>
            <a:r>
              <a:rPr lang="en-US" sz="2000" baseline="30000" dirty="0">
                <a:solidFill>
                  <a:srgbClr val="0F1012"/>
                </a:solidFill>
                <a:latin typeface="Open Sans" panose="020B0606030504020204" pitchFamily="34" charset="0"/>
                <a:ea typeface="Open Sans" panose="020B0606030504020204" pitchFamily="34" charset="0"/>
                <a:cs typeface="Open Sans" panose="020B0606030504020204" pitchFamily="34" charset="0"/>
              </a:rPr>
              <a:t>1, 2</a:t>
            </a:r>
          </a:p>
          <a:p>
            <a:endParaRPr lang="en-US" sz="2000" dirty="0">
              <a:solidFill>
                <a:srgbClr val="0F1012"/>
              </a:solidFill>
              <a:latin typeface="Open Sans" panose="020B0606030504020204" pitchFamily="34" charset="0"/>
              <a:ea typeface="Open Sans" panose="020B0606030504020204" pitchFamily="34" charset="0"/>
              <a:cs typeface="Open Sans" panose="020B0606030504020204" pitchFamily="34" charset="0"/>
            </a:endParaRPr>
          </a:p>
          <a:p>
            <a:r>
              <a:rPr lang="en-US" sz="2000" dirty="0">
                <a:solidFill>
                  <a:srgbClr val="0F1012"/>
                </a:solidFill>
                <a:latin typeface="Open Sans" panose="020B0606030504020204" pitchFamily="34" charset="0"/>
                <a:ea typeface="Open Sans" panose="020B0606030504020204" pitchFamily="34" charset="0"/>
                <a:cs typeface="Open Sans" panose="020B0606030504020204" pitchFamily="34" charset="0"/>
              </a:rPr>
              <a:t>Course aims include the development of a publication-ready </a:t>
            </a:r>
            <a:r>
              <a:rPr lang="en-US" sz="2000" b="1" dirty="0">
                <a:solidFill>
                  <a:srgbClr val="0F1012"/>
                </a:solidFill>
                <a:latin typeface="Open Sans" panose="020B0606030504020204" pitchFamily="34" charset="0"/>
                <a:ea typeface="Open Sans" panose="020B0606030504020204" pitchFamily="34" charset="0"/>
                <a:cs typeface="Open Sans" panose="020B0606030504020204" pitchFamily="34" charset="0"/>
              </a:rPr>
              <a:t>reproducible research compendium</a:t>
            </a:r>
            <a:r>
              <a:rPr lang="en-US" sz="2000" dirty="0">
                <a:solidFill>
                  <a:srgbClr val="0F1012"/>
                </a:solidFill>
                <a:latin typeface="Open Sans" panose="020B0606030504020204" pitchFamily="34" charset="0"/>
                <a:ea typeface="Open Sans" panose="020B0606030504020204" pitchFamily="34" charset="0"/>
                <a:cs typeface="Open Sans" panose="020B0606030504020204" pitchFamily="34" charset="0"/>
              </a:rPr>
              <a:t> that contains:</a:t>
            </a:r>
          </a:p>
          <a:p>
            <a:pPr marL="342900" indent="-342900">
              <a:buFontTx/>
              <a:buChar char="-"/>
            </a:pPr>
            <a:r>
              <a:rPr lang="en-US" sz="2000" dirty="0">
                <a:solidFill>
                  <a:srgbClr val="0F1012"/>
                </a:solidFill>
                <a:latin typeface="Open Sans" panose="020B0606030504020204" pitchFamily="34" charset="0"/>
                <a:ea typeface="Open Sans" panose="020B0606030504020204" pitchFamily="34" charset="0"/>
                <a:cs typeface="Open Sans" panose="020B0606030504020204" pitchFamily="34" charset="0"/>
              </a:rPr>
              <a:t>a typeset manuscript following a markup language,</a:t>
            </a:r>
          </a:p>
          <a:p>
            <a:pPr marL="342900" indent="-342900">
              <a:buFontTx/>
              <a:buChar char="-"/>
            </a:pPr>
            <a:r>
              <a:rPr lang="en-US" sz="2000" dirty="0">
                <a:solidFill>
                  <a:srgbClr val="0F1012"/>
                </a:solidFill>
                <a:latin typeface="Open Sans" panose="020B0606030504020204" pitchFamily="34" charset="0"/>
                <a:ea typeface="Open Sans" panose="020B0606030504020204" pitchFamily="34" charset="0"/>
                <a:cs typeface="Open Sans" panose="020B0606030504020204" pitchFamily="34" charset="0"/>
              </a:rPr>
              <a:t>data and code, </a:t>
            </a:r>
          </a:p>
          <a:p>
            <a:pPr marL="342900" indent="-342900">
              <a:buFontTx/>
              <a:buChar char="-"/>
            </a:pPr>
            <a:r>
              <a:rPr lang="en-US" sz="2000" dirty="0">
                <a:solidFill>
                  <a:srgbClr val="0F1012"/>
                </a:solidFill>
                <a:latin typeface="Open Sans" panose="020B0606030504020204" pitchFamily="34" charset="0"/>
                <a:ea typeface="Open Sans" panose="020B0606030504020204" pitchFamily="34" charset="0"/>
                <a:cs typeface="Open Sans" panose="020B0606030504020204" pitchFamily="34" charset="0"/>
              </a:rPr>
              <a:t>everything that allows for successful reproduction and reuse of the materials (e.g. a license).</a:t>
            </a:r>
          </a:p>
          <a:p>
            <a:endParaRPr lang="en-US" sz="2000" dirty="0">
              <a:solidFill>
                <a:srgbClr val="0F1012"/>
              </a:solidFill>
              <a:latin typeface="Open Sans" panose="020B0606030504020204" pitchFamily="34" charset="0"/>
              <a:ea typeface="Open Sans" panose="020B0606030504020204" pitchFamily="34" charset="0"/>
              <a:cs typeface="Open Sans" panose="020B0606030504020204" pitchFamily="34" charset="0"/>
            </a:endParaRPr>
          </a:p>
          <a:p>
            <a:r>
              <a:rPr lang="en-US" sz="2000" dirty="0">
                <a:solidFill>
                  <a:srgbClr val="0F1012"/>
                </a:solidFill>
                <a:latin typeface="Open Sans" panose="020B0606030504020204" pitchFamily="34" charset="0"/>
                <a:ea typeface="Open Sans" panose="020B0606030504020204" pitchFamily="34" charset="0"/>
                <a:cs typeface="Open Sans" panose="020B0606030504020204" pitchFamily="34" charset="0"/>
              </a:rPr>
              <a:t>In our course, students are taught various tools and languages, such as </a:t>
            </a:r>
            <a:r>
              <a:rPr lang="en-US" sz="2000" i="1" dirty="0">
                <a:solidFill>
                  <a:srgbClr val="0F1012"/>
                </a:solidFill>
                <a:latin typeface="Open Sans" panose="020B0606030504020204" pitchFamily="34" charset="0"/>
                <a:ea typeface="Open Sans" panose="020B0606030504020204" pitchFamily="34" charset="0"/>
                <a:cs typeface="Open Sans" panose="020B0606030504020204" pitchFamily="34" charset="0"/>
              </a:rPr>
              <a:t>Quarto</a:t>
            </a:r>
            <a:r>
              <a:rPr lang="en-US" sz="2000" dirty="0">
                <a:solidFill>
                  <a:srgbClr val="0F1012"/>
                </a:solidFill>
                <a:latin typeface="Open Sans" panose="020B0606030504020204" pitchFamily="34" charset="0"/>
                <a:ea typeface="Open Sans" panose="020B0606030504020204" pitchFamily="34" charset="0"/>
                <a:cs typeface="Open Sans" panose="020B0606030504020204" pitchFamily="34" charset="0"/>
              </a:rPr>
              <a:t> markdown, version control with </a:t>
            </a:r>
            <a:r>
              <a:rPr lang="en-US" sz="2000" i="1" dirty="0">
                <a:solidFill>
                  <a:srgbClr val="0F1012"/>
                </a:solidFill>
                <a:latin typeface="Open Sans" panose="020B0606030504020204" pitchFamily="34" charset="0"/>
                <a:ea typeface="Open Sans" panose="020B0606030504020204" pitchFamily="34" charset="0"/>
                <a:cs typeface="Open Sans" panose="020B0606030504020204" pitchFamily="34" charset="0"/>
              </a:rPr>
              <a:t>git</a:t>
            </a:r>
            <a:r>
              <a:rPr lang="en-US" sz="2000" dirty="0">
                <a:solidFill>
                  <a:srgbClr val="0F1012"/>
                </a:solidFill>
                <a:latin typeface="Open Sans" panose="020B0606030504020204" pitchFamily="34" charset="0"/>
                <a:ea typeface="Open Sans" panose="020B0606030504020204" pitchFamily="34" charset="0"/>
                <a:cs typeface="Open Sans" panose="020B0606030504020204" pitchFamily="34" charset="0"/>
              </a:rPr>
              <a:t>, and reproducible environments for R with </a:t>
            </a:r>
            <a:r>
              <a:rPr lang="en-US" sz="2000" i="1" dirty="0" err="1">
                <a:solidFill>
                  <a:srgbClr val="0F1012"/>
                </a:solidFill>
                <a:latin typeface="Open Sans" panose="020B0606030504020204" pitchFamily="34" charset="0"/>
                <a:ea typeface="Open Sans" panose="020B0606030504020204" pitchFamily="34" charset="0"/>
                <a:cs typeface="Open Sans" panose="020B0606030504020204" pitchFamily="34" charset="0"/>
              </a:rPr>
              <a:t>renv</a:t>
            </a:r>
            <a:r>
              <a:rPr lang="en-US" sz="2000" dirty="0">
                <a:solidFill>
                  <a:srgbClr val="0F1012"/>
                </a:solidFill>
                <a:latin typeface="Open Sans" panose="020B0606030504020204" pitchFamily="34" charset="0"/>
                <a:ea typeface="Open Sans" panose="020B0606030504020204" pitchFamily="34" charset="0"/>
                <a:cs typeface="Open Sans" panose="020B0606030504020204" pitchFamily="34" charset="0"/>
              </a:rPr>
              <a:t>.</a:t>
            </a:r>
          </a:p>
        </p:txBody>
      </p:sp>
      <p:sp>
        <p:nvSpPr>
          <p:cNvPr id="54" name="Tekstvak 53">
            <a:extLst>
              <a:ext uri="{FF2B5EF4-FFF2-40B4-BE49-F238E27FC236}">
                <a16:creationId xmlns:a16="http://schemas.microsoft.com/office/drawing/2014/main" id="{18EE791D-FF38-C243-987D-0BEF91FF79A3}"/>
              </a:ext>
            </a:extLst>
          </p:cNvPr>
          <p:cNvSpPr txBox="1"/>
          <p:nvPr/>
        </p:nvSpPr>
        <p:spPr>
          <a:xfrm>
            <a:off x="22256864" y="1118523"/>
            <a:ext cx="10661536" cy="553998"/>
          </a:xfrm>
          <a:prstGeom prst="rect">
            <a:avLst/>
          </a:prstGeom>
          <a:noFill/>
        </p:spPr>
        <p:txBody>
          <a:bodyPr wrap="square" rtlCol="0" anchor="ctr">
            <a:spAutoFit/>
          </a:bodyPr>
          <a:lstStyle/>
          <a:p>
            <a:pPr algn="ctr"/>
            <a:r>
              <a:rPr lang="en-GB" sz="3000" dirty="0">
                <a:latin typeface="Merriweather" pitchFamily="2" charset="77"/>
                <a:ea typeface="Open Sans" panose="020B0606030504020204" pitchFamily="34" charset="0"/>
                <a:cs typeface="Open Sans" panose="020B0606030504020204" pitchFamily="34" charset="0"/>
              </a:rPr>
              <a:t>Methodology &amp; Statistics</a:t>
            </a:r>
          </a:p>
        </p:txBody>
      </p:sp>
      <p:sp>
        <p:nvSpPr>
          <p:cNvPr id="55" name="Tekstvak 54">
            <a:extLst>
              <a:ext uri="{FF2B5EF4-FFF2-40B4-BE49-F238E27FC236}">
                <a16:creationId xmlns:a16="http://schemas.microsoft.com/office/drawing/2014/main" id="{A4964323-808B-1345-AC7D-222A69D20FB3}"/>
              </a:ext>
            </a:extLst>
          </p:cNvPr>
          <p:cNvSpPr txBox="1">
            <a:spLocks/>
          </p:cNvSpPr>
          <p:nvPr/>
        </p:nvSpPr>
        <p:spPr>
          <a:xfrm>
            <a:off x="1706218" y="5500192"/>
            <a:ext cx="29549804" cy="835446"/>
          </a:xfrm>
          <a:prstGeom prst="rect">
            <a:avLst/>
          </a:prstGeom>
          <a:noFill/>
        </p:spPr>
        <p:txBody>
          <a:bodyPr wrap="square" lIns="0" tIns="0" rIns="0" bIns="0" rtlCol="0">
            <a:noAutofit/>
          </a:bodyPr>
          <a:lstStyle/>
          <a:p>
            <a:pPr>
              <a:lnSpc>
                <a:spcPts val="3914"/>
              </a:lnSpc>
            </a:pPr>
            <a:r>
              <a:rPr lang="en-GB" sz="2800" b="1" dirty="0">
                <a:solidFill>
                  <a:srgbClr val="000000"/>
                </a:solidFill>
                <a:latin typeface="Open Sans SemiBold" panose="020B0606030504020204" pitchFamily="34" charset="0"/>
                <a:ea typeface="Open Sans SemiBold" panose="020B0606030504020204" pitchFamily="34" charset="0"/>
                <a:cs typeface="Open Sans SemiBold" panose="020B0606030504020204" pitchFamily="34" charset="0"/>
              </a:rPr>
              <a:t>HI Oberman</a:t>
            </a:r>
          </a:p>
        </p:txBody>
      </p:sp>
      <p:sp>
        <p:nvSpPr>
          <p:cNvPr id="56" name="Subtitel 2">
            <a:extLst>
              <a:ext uri="{FF2B5EF4-FFF2-40B4-BE49-F238E27FC236}">
                <a16:creationId xmlns:a16="http://schemas.microsoft.com/office/drawing/2014/main" id="{105E345D-E29F-9A49-9A3A-4039A1C01D09}"/>
              </a:ext>
            </a:extLst>
          </p:cNvPr>
          <p:cNvSpPr txBox="1">
            <a:spLocks/>
          </p:cNvSpPr>
          <p:nvPr/>
        </p:nvSpPr>
        <p:spPr>
          <a:xfrm>
            <a:off x="16630888" y="19984117"/>
            <a:ext cx="14782599" cy="998772"/>
          </a:xfrm>
          <a:prstGeom prst="rect">
            <a:avLst/>
          </a:prstGeom>
          <a:noFill/>
        </p:spPr>
        <p:txBody>
          <a:bodyPr vert="horz" lIns="0" tIns="0" rIns="0" bIns="0" rtlCol="0">
            <a:noAutofit/>
          </a:bodyPr>
          <a:lstStyle>
            <a:lvl1pPr marL="0" indent="0" algn="ctr" defTabSz="457200" rtl="0" eaLnBrk="1" latinLnBrk="0" hangingPunct="1">
              <a:spcBef>
                <a:spcPct val="20000"/>
              </a:spcBef>
              <a:buFont typeface="Arial"/>
              <a:buNone/>
              <a:defRPr sz="3200" kern="1200">
                <a:solidFill>
                  <a:schemeClr val="tx1">
                    <a:tint val="75000"/>
                  </a:schemeClr>
                </a:solidFill>
                <a:latin typeface="+mn-lt"/>
                <a:ea typeface="+mn-ea"/>
                <a:cs typeface="+mn-cs"/>
              </a:defRPr>
            </a:lvl1pPr>
            <a:lvl2pPr marL="457200" indent="0" algn="ctr" defTabSz="457200" rtl="0" eaLnBrk="1" latinLnBrk="0" hangingPunct="1">
              <a:spcBef>
                <a:spcPct val="20000"/>
              </a:spcBef>
              <a:buFont typeface="Arial"/>
              <a:buNone/>
              <a:defRPr sz="2800" kern="1200">
                <a:solidFill>
                  <a:schemeClr val="tx1">
                    <a:tint val="75000"/>
                  </a:schemeClr>
                </a:solidFill>
                <a:latin typeface="+mn-lt"/>
                <a:ea typeface="+mn-ea"/>
                <a:cs typeface="+mn-cs"/>
              </a:defRPr>
            </a:lvl2pPr>
            <a:lvl3pPr marL="914400" indent="0" algn="ctr" defTabSz="457200" rtl="0" eaLnBrk="1" latinLnBrk="0" hangingPunct="1">
              <a:spcBef>
                <a:spcPct val="20000"/>
              </a:spcBef>
              <a:buFont typeface="Arial"/>
              <a:buNone/>
              <a:defRPr sz="2400" kern="1200">
                <a:solidFill>
                  <a:schemeClr val="tx1">
                    <a:tint val="75000"/>
                  </a:schemeClr>
                </a:solidFill>
                <a:latin typeface="+mn-lt"/>
                <a:ea typeface="+mn-ea"/>
                <a:cs typeface="+mn-cs"/>
              </a:defRPr>
            </a:lvl3pPr>
            <a:lvl4pPr marL="1371600" indent="0" algn="ctr" defTabSz="457200" rtl="0" eaLnBrk="1" latinLnBrk="0" hangingPunct="1">
              <a:spcBef>
                <a:spcPct val="20000"/>
              </a:spcBef>
              <a:buFont typeface="Arial"/>
              <a:buNone/>
              <a:defRPr sz="2000" kern="1200">
                <a:solidFill>
                  <a:schemeClr val="tx1">
                    <a:tint val="75000"/>
                  </a:schemeClr>
                </a:solidFill>
                <a:latin typeface="+mn-lt"/>
                <a:ea typeface="+mn-ea"/>
                <a:cs typeface="+mn-cs"/>
              </a:defRPr>
            </a:lvl4pPr>
            <a:lvl5pPr marL="1828800" indent="0" algn="ctr" defTabSz="457200" rtl="0" eaLnBrk="1" latinLnBrk="0" hangingPunct="1">
              <a:spcBef>
                <a:spcPct val="20000"/>
              </a:spcBef>
              <a:buFont typeface="Arial"/>
              <a:buNone/>
              <a:defRPr sz="2000" kern="1200">
                <a:solidFill>
                  <a:schemeClr val="tx1">
                    <a:tint val="75000"/>
                  </a:schemeClr>
                </a:solidFill>
                <a:latin typeface="+mn-lt"/>
                <a:ea typeface="+mn-ea"/>
                <a:cs typeface="+mn-cs"/>
              </a:defRPr>
            </a:lvl5pPr>
            <a:lvl6pPr marL="2286000" indent="0" algn="ctr" defTabSz="457200" rtl="0" eaLnBrk="1" latinLnBrk="0" hangingPunct="1">
              <a:spcBef>
                <a:spcPct val="20000"/>
              </a:spcBef>
              <a:buFont typeface="Arial"/>
              <a:buNone/>
              <a:defRPr sz="2000" kern="1200">
                <a:solidFill>
                  <a:schemeClr val="tx1">
                    <a:tint val="75000"/>
                  </a:schemeClr>
                </a:solidFill>
                <a:latin typeface="+mn-lt"/>
                <a:ea typeface="+mn-ea"/>
                <a:cs typeface="+mn-cs"/>
              </a:defRPr>
            </a:lvl6pPr>
            <a:lvl7pPr marL="2743200" indent="0" algn="ctr" defTabSz="457200" rtl="0" eaLnBrk="1" latinLnBrk="0" hangingPunct="1">
              <a:spcBef>
                <a:spcPct val="20000"/>
              </a:spcBef>
              <a:buFont typeface="Arial"/>
              <a:buNone/>
              <a:defRPr sz="2000" kern="1200">
                <a:solidFill>
                  <a:schemeClr val="tx1">
                    <a:tint val="75000"/>
                  </a:schemeClr>
                </a:solidFill>
                <a:latin typeface="+mn-lt"/>
                <a:ea typeface="+mn-ea"/>
                <a:cs typeface="+mn-cs"/>
              </a:defRPr>
            </a:lvl7pPr>
            <a:lvl8pPr marL="3200400" indent="0" algn="ctr" defTabSz="457200" rtl="0" eaLnBrk="1" latinLnBrk="0" hangingPunct="1">
              <a:spcBef>
                <a:spcPct val="20000"/>
              </a:spcBef>
              <a:buFont typeface="Arial"/>
              <a:buNone/>
              <a:defRPr sz="2000" kern="1200">
                <a:solidFill>
                  <a:schemeClr val="tx1">
                    <a:tint val="75000"/>
                  </a:schemeClr>
                </a:solidFill>
                <a:latin typeface="+mn-lt"/>
                <a:ea typeface="+mn-ea"/>
                <a:cs typeface="+mn-cs"/>
              </a:defRPr>
            </a:lvl8pPr>
            <a:lvl9pPr marL="3657600" indent="0" algn="ctr" defTabSz="457200" rtl="0" eaLnBrk="1" latinLnBrk="0" hangingPunct="1">
              <a:spcBef>
                <a:spcPct val="20000"/>
              </a:spcBef>
              <a:buFont typeface="Arial"/>
              <a:buNone/>
              <a:defRPr sz="2000" kern="1200">
                <a:solidFill>
                  <a:schemeClr val="tx1">
                    <a:tint val="75000"/>
                  </a:schemeClr>
                </a:solidFill>
                <a:latin typeface="+mn-lt"/>
                <a:ea typeface="+mn-ea"/>
                <a:cs typeface="+mn-cs"/>
              </a:defRPr>
            </a:lvl9pPr>
          </a:lstStyle>
          <a:p>
            <a:pPr algn="l">
              <a:spcBef>
                <a:spcPts val="0"/>
              </a:spcBef>
            </a:pPr>
            <a:r>
              <a:rPr lang="en-GB" sz="1400" b="1" dirty="0">
                <a:solidFill>
                  <a:schemeClr val="tx1"/>
                </a:solidFill>
                <a:latin typeface="Open Sans" panose="020B0606030504020204" pitchFamily="34" charset="0"/>
                <a:ea typeface="Open Sans" panose="020B0606030504020204" pitchFamily="34" charset="0"/>
                <a:cs typeface="Open Sans" panose="020B0606030504020204" pitchFamily="34" charset="0"/>
              </a:rPr>
              <a:t>References</a:t>
            </a:r>
          </a:p>
          <a:p>
            <a:pPr marL="372835" indent="-372835" algn="l">
              <a:buFont typeface="+mj-lt"/>
              <a:buAutoNum type="arabicPeriod" startAt="4"/>
            </a:pPr>
            <a:r>
              <a:rPr lang="en-US" sz="1400" b="1" dirty="0">
                <a:solidFill>
                  <a:srgbClr val="0F1012"/>
                </a:solidFill>
                <a:latin typeface="Open Sans SemiBold" panose="020B0606030504020204" pitchFamily="34" charset="0"/>
                <a:ea typeface="Open Sans SemiBold" panose="020B0606030504020204" pitchFamily="34" charset="0"/>
                <a:cs typeface="Open Sans SemiBold" panose="020B0606030504020204" pitchFamily="34" charset="0"/>
              </a:rPr>
              <a:t>Utrecht University (2023). Best Practices for Writing Reproducible Code. URL: utrechtuniversity.github.io/workshop-computational-reproducibility</a:t>
            </a:r>
          </a:p>
          <a:p>
            <a:pPr marL="372835" indent="-372835" algn="l">
              <a:buAutoNum type="arabicPeriod" startAt="4"/>
            </a:pPr>
            <a:r>
              <a:rPr lang="en-US" sz="1400" b="1" dirty="0">
                <a:solidFill>
                  <a:srgbClr val="0F1012"/>
                </a:solidFill>
                <a:latin typeface="Open Sans SemiBold" panose="020B0606030504020204" pitchFamily="34" charset="0"/>
                <a:ea typeface="Open Sans SemiBold" panose="020B0606030504020204" pitchFamily="34" charset="0"/>
                <a:cs typeface="Open Sans SemiBold" panose="020B0606030504020204" pitchFamily="34" charset="0"/>
              </a:rPr>
              <a:t>Utrecht University (2023). Writing Reproducible Manuscripts in R &amp; Python. URL: utrechtuniversity.github.io/workshop-reproducible-manuscripts</a:t>
            </a:r>
          </a:p>
          <a:p>
            <a:pPr marL="372835" indent="-372835" algn="l">
              <a:buAutoNum type="arabicPeriod" startAt="4"/>
            </a:pPr>
            <a:r>
              <a:rPr lang="en-US" sz="1400" b="1" dirty="0" err="1">
                <a:solidFill>
                  <a:srgbClr val="0F1012"/>
                </a:solidFill>
                <a:latin typeface="Open Sans SemiBold" panose="020B0606030504020204" pitchFamily="34" charset="0"/>
                <a:ea typeface="Open Sans SemiBold" panose="020B0606030504020204" pitchFamily="34" charset="0"/>
                <a:cs typeface="Open Sans SemiBold" panose="020B0606030504020204" pitchFamily="34" charset="0"/>
              </a:rPr>
              <a:t>Eglen</a:t>
            </a:r>
            <a:r>
              <a:rPr lang="en-US" sz="1400" b="1" dirty="0">
                <a:solidFill>
                  <a:srgbClr val="0F1012"/>
                </a:solidFill>
                <a:latin typeface="Open Sans SemiBold" panose="020B0606030504020204" pitchFamily="34" charset="0"/>
                <a:ea typeface="Open Sans SemiBold" panose="020B0606030504020204" pitchFamily="34" charset="0"/>
                <a:cs typeface="Open Sans SemiBold" panose="020B0606030504020204" pitchFamily="34" charset="0"/>
              </a:rPr>
              <a:t>, S., &amp; </a:t>
            </a:r>
            <a:r>
              <a:rPr lang="en-US" sz="1400" b="1" dirty="0" err="1">
                <a:solidFill>
                  <a:srgbClr val="0F1012"/>
                </a:solidFill>
                <a:latin typeface="Open Sans SemiBold" panose="020B0606030504020204" pitchFamily="34" charset="0"/>
                <a:ea typeface="Open Sans SemiBold" panose="020B0606030504020204" pitchFamily="34" charset="0"/>
                <a:cs typeface="Open Sans SemiBold" panose="020B0606030504020204" pitchFamily="34" charset="0"/>
              </a:rPr>
              <a:t>Nüst</a:t>
            </a:r>
            <a:r>
              <a:rPr lang="en-US" sz="1400" b="1" dirty="0">
                <a:solidFill>
                  <a:srgbClr val="0F1012"/>
                </a:solidFill>
                <a:latin typeface="Open Sans SemiBold" panose="020B0606030504020204" pitchFamily="34" charset="0"/>
                <a:ea typeface="Open Sans SemiBold" panose="020B0606030504020204" pitchFamily="34" charset="0"/>
                <a:cs typeface="Open Sans SemiBold" panose="020B0606030504020204" pitchFamily="34" charset="0"/>
              </a:rPr>
              <a:t>, D., (2024). CODECHECK. URL: codecheck.org.uk</a:t>
            </a:r>
          </a:p>
          <a:p>
            <a:pPr marL="372835" indent="-372835" algn="l">
              <a:buAutoNum type="arabicPeriod" startAt="4"/>
            </a:pPr>
            <a:endParaRPr lang="en-GB" sz="1400" b="1" dirty="0">
              <a:solidFill>
                <a:srgbClr val="0F1012"/>
              </a:solidFill>
              <a:latin typeface="Open Sans SemiBold" panose="020B0606030504020204" pitchFamily="34" charset="0"/>
              <a:ea typeface="Open Sans SemiBold" panose="020B0606030504020204" pitchFamily="34" charset="0"/>
              <a:cs typeface="Open Sans SemiBold" panose="020B0606030504020204" pitchFamily="34" charset="0"/>
            </a:endParaRPr>
          </a:p>
        </p:txBody>
      </p:sp>
      <p:sp>
        <p:nvSpPr>
          <p:cNvPr id="57" name="Tekstvak 56">
            <a:extLst>
              <a:ext uri="{FF2B5EF4-FFF2-40B4-BE49-F238E27FC236}">
                <a16:creationId xmlns:a16="http://schemas.microsoft.com/office/drawing/2014/main" id="{E108BEF3-1FAD-CD47-AD10-993910657BF9}"/>
              </a:ext>
            </a:extLst>
          </p:cNvPr>
          <p:cNvSpPr txBox="1"/>
          <p:nvPr/>
        </p:nvSpPr>
        <p:spPr>
          <a:xfrm>
            <a:off x="11882819" y="6868344"/>
            <a:ext cx="9313209" cy="4401205"/>
          </a:xfrm>
          <a:prstGeom prst="rect">
            <a:avLst/>
          </a:prstGeom>
          <a:noFill/>
        </p:spPr>
        <p:txBody>
          <a:bodyPr wrap="square" rtlCol="0">
            <a:spAutoFit/>
          </a:bodyPr>
          <a:lstStyle/>
          <a:p>
            <a:r>
              <a:rPr lang="en-GB" sz="2000" b="1" dirty="0">
                <a:latin typeface="Merriweather" pitchFamily="2" charset="77"/>
              </a:rPr>
              <a:t>Reusable course elements</a:t>
            </a:r>
            <a:endParaRPr lang="en-GB" sz="2000" b="1" dirty="0">
              <a:solidFill>
                <a:srgbClr val="C10033"/>
              </a:solidFill>
              <a:latin typeface="Merriweather" pitchFamily="2" charset="77"/>
            </a:endParaRPr>
          </a:p>
          <a:p>
            <a:r>
              <a:rPr lang="en-GB" sz="2000" dirty="0">
                <a:solidFill>
                  <a:srgbClr val="0F1012"/>
                </a:solidFill>
                <a:latin typeface="Open Sans" panose="020B0606030504020204" pitchFamily="34" charset="0"/>
                <a:ea typeface="Open Sans" panose="020B0606030504020204" pitchFamily="34" charset="0"/>
                <a:cs typeface="Open Sans" panose="020B0606030504020204" pitchFamily="34" charset="0"/>
              </a:rPr>
              <a:t>Our course materials draw from resources about the tools and languages that we teach, e.g. software manuals. In principle, these materials are reusable by others who teach reproducibility. But, of course, this is heavily reliant on the specific software framework: in our case, the statistical programming language R.</a:t>
            </a:r>
          </a:p>
          <a:p>
            <a:endParaRPr lang="en-GB" sz="2000" dirty="0">
              <a:solidFill>
                <a:srgbClr val="0F1012"/>
              </a:solidFill>
              <a:latin typeface="Open Sans" panose="020B0606030504020204" pitchFamily="34" charset="0"/>
              <a:ea typeface="Open Sans" panose="020B0606030504020204" pitchFamily="34" charset="0"/>
              <a:cs typeface="Open Sans" panose="020B0606030504020204" pitchFamily="34" charset="0"/>
            </a:endParaRPr>
          </a:p>
          <a:p>
            <a:r>
              <a:rPr lang="en-GB" sz="2000" dirty="0">
                <a:solidFill>
                  <a:srgbClr val="0F1012"/>
                </a:solidFill>
                <a:latin typeface="Open Sans" panose="020B0606030504020204" pitchFamily="34" charset="0"/>
                <a:ea typeface="Open Sans" panose="020B0606030504020204" pitchFamily="34" charset="0"/>
                <a:cs typeface="Open Sans" panose="020B0606030504020204" pitchFamily="34" charset="0"/>
              </a:rPr>
              <a:t>A more domain agnostic resource that we use is </a:t>
            </a:r>
            <a:r>
              <a:rPr lang="en-GB" sz="2000" b="1" dirty="0">
                <a:solidFill>
                  <a:srgbClr val="0F1012"/>
                </a:solidFill>
                <a:latin typeface="Open Sans" panose="020B0606030504020204" pitchFamily="34" charset="0"/>
                <a:ea typeface="Open Sans" panose="020B0606030504020204" pitchFamily="34" charset="0"/>
                <a:cs typeface="Open Sans" panose="020B0606030504020204" pitchFamily="34" charset="0"/>
              </a:rPr>
              <a:t>The Turing Way</a:t>
            </a:r>
            <a:r>
              <a:rPr lang="en-GB" sz="2000" dirty="0">
                <a:solidFill>
                  <a:srgbClr val="0F1012"/>
                </a:solidFill>
                <a:latin typeface="Open Sans" panose="020B0606030504020204" pitchFamily="34" charset="0"/>
                <a:ea typeface="Open Sans" panose="020B0606030504020204" pitchFamily="34" charset="0"/>
                <a:cs typeface="Open Sans" panose="020B0606030504020204" pitchFamily="34" charset="0"/>
              </a:rPr>
              <a:t>. The Turing Way </a:t>
            </a:r>
            <a:r>
              <a:rPr lang="en-US" sz="2000" dirty="0">
                <a:solidFill>
                  <a:srgbClr val="0F1012"/>
                </a:solidFill>
                <a:latin typeface="Open Sans" panose="020B0606030504020204" pitchFamily="34" charset="0"/>
                <a:ea typeface="Open Sans" panose="020B0606030504020204" pitchFamily="34" charset="0"/>
                <a:cs typeface="Open Sans" panose="020B0606030504020204" pitchFamily="34" charset="0"/>
              </a:rPr>
              <a:t>is a handbook for reproducible, ethical and collaborative data science, developed by the Turing Way community.</a:t>
            </a:r>
            <a:r>
              <a:rPr lang="en-US" sz="2000" baseline="30000" dirty="0">
                <a:solidFill>
                  <a:srgbClr val="0F1012"/>
                </a:solidFill>
                <a:latin typeface="Open Sans" panose="020B0606030504020204" pitchFamily="34" charset="0"/>
                <a:ea typeface="Open Sans" panose="020B0606030504020204" pitchFamily="34" charset="0"/>
                <a:cs typeface="Open Sans" panose="020B0606030504020204" pitchFamily="34" charset="0"/>
              </a:rPr>
              <a:t>3</a:t>
            </a:r>
            <a:r>
              <a:rPr lang="en-US" sz="2000" dirty="0">
                <a:solidFill>
                  <a:srgbClr val="0F1012"/>
                </a:solidFill>
                <a:latin typeface="Open Sans" panose="020B0606030504020204" pitchFamily="34" charset="0"/>
                <a:ea typeface="Open Sans" panose="020B0606030504020204" pitchFamily="34" charset="0"/>
                <a:cs typeface="Open Sans" panose="020B0606030504020204" pitchFamily="34" charset="0"/>
              </a:rPr>
              <a:t> We also use teaching materials from the research data management support workshops offered by the UU library.</a:t>
            </a:r>
            <a:r>
              <a:rPr lang="en-US" sz="2000" baseline="30000" dirty="0">
                <a:solidFill>
                  <a:srgbClr val="0F1012"/>
                </a:solidFill>
                <a:latin typeface="Open Sans" panose="020B0606030504020204" pitchFamily="34" charset="0"/>
                <a:ea typeface="Open Sans" panose="020B0606030504020204" pitchFamily="34" charset="0"/>
                <a:cs typeface="Open Sans" panose="020B0606030504020204" pitchFamily="34" charset="0"/>
              </a:rPr>
              <a:t>4, 5</a:t>
            </a:r>
            <a:r>
              <a:rPr lang="en-US" sz="2000" dirty="0">
                <a:solidFill>
                  <a:srgbClr val="0F1012"/>
                </a:solidFill>
                <a:latin typeface="Open Sans" panose="020B0606030504020204" pitchFamily="34" charset="0"/>
                <a:ea typeface="Open Sans" panose="020B0606030504020204" pitchFamily="34" charset="0"/>
                <a:cs typeface="Open Sans" panose="020B0606030504020204" pitchFamily="34" charset="0"/>
              </a:rPr>
              <a:t> But… we might be missing some discipline-independent resources for teaching and testing reproducibility for graduate students.</a:t>
            </a:r>
          </a:p>
          <a:p>
            <a:endParaRPr lang="en-GB" sz="2000" dirty="0">
              <a:solidFill>
                <a:srgbClr val="0F1012"/>
              </a:solidFill>
              <a:latin typeface="Open Sans" panose="020B0606030504020204" pitchFamily="34" charset="0"/>
              <a:ea typeface="Open Sans" panose="020B0606030504020204" pitchFamily="34" charset="0"/>
              <a:cs typeface="Open Sans" panose="020B0606030504020204" pitchFamily="34" charset="0"/>
            </a:endParaRPr>
          </a:p>
        </p:txBody>
      </p:sp>
      <p:sp>
        <p:nvSpPr>
          <p:cNvPr id="58" name="Tekstvak 57">
            <a:extLst>
              <a:ext uri="{FF2B5EF4-FFF2-40B4-BE49-F238E27FC236}">
                <a16:creationId xmlns:a16="http://schemas.microsoft.com/office/drawing/2014/main" id="{DF414639-8C4C-2A40-A67A-A34FAFC652C3}"/>
              </a:ext>
            </a:extLst>
          </p:cNvPr>
          <p:cNvSpPr txBox="1"/>
          <p:nvPr/>
        </p:nvSpPr>
        <p:spPr>
          <a:xfrm>
            <a:off x="22256864" y="6868344"/>
            <a:ext cx="9313209" cy="4093428"/>
          </a:xfrm>
          <a:prstGeom prst="rect">
            <a:avLst/>
          </a:prstGeom>
          <a:noFill/>
        </p:spPr>
        <p:txBody>
          <a:bodyPr wrap="square" rtlCol="0">
            <a:spAutoFit/>
          </a:bodyPr>
          <a:lstStyle/>
          <a:p>
            <a:r>
              <a:rPr lang="en-GB" sz="2000" b="1" dirty="0">
                <a:latin typeface="Merriweather" pitchFamily="2" charset="77"/>
              </a:rPr>
              <a:t>Missing element(s)?</a:t>
            </a:r>
          </a:p>
          <a:p>
            <a:r>
              <a:rPr lang="en-GB" sz="2000" dirty="0">
                <a:solidFill>
                  <a:srgbClr val="0F1012"/>
                </a:solidFill>
                <a:latin typeface="Open Sans" panose="020B0606030504020204" pitchFamily="34" charset="0"/>
                <a:ea typeface="Open Sans" panose="020B0606030504020204" pitchFamily="34" charset="0"/>
                <a:cs typeface="Open Sans" panose="020B0606030504020204" pitchFamily="34" charset="0"/>
              </a:rPr>
              <a:t>We do not yet make use of many domain agnostic initiatives for reproducible research. Just to name a few relevant collections: FORRT, Project TIER, and the Carpentries. But more importantly, we could implement </a:t>
            </a:r>
            <a:r>
              <a:rPr lang="en-GB" sz="2000" b="1" dirty="0">
                <a:solidFill>
                  <a:srgbClr val="0F1012"/>
                </a:solidFill>
                <a:latin typeface="Open Sans" panose="020B0606030504020204" pitchFamily="34" charset="0"/>
                <a:ea typeface="Open Sans" panose="020B0606030504020204" pitchFamily="34" charset="0"/>
                <a:cs typeface="Open Sans" panose="020B0606030504020204" pitchFamily="34" charset="0"/>
              </a:rPr>
              <a:t>CODECHECK-</a:t>
            </a:r>
            <a:r>
              <a:rPr lang="en-GB" sz="2000" dirty="0" err="1">
                <a:solidFill>
                  <a:srgbClr val="0F1012"/>
                </a:solidFill>
                <a:latin typeface="Open Sans" panose="020B0606030504020204" pitchFamily="34" charset="0"/>
                <a:ea typeface="Open Sans" panose="020B0606030504020204" pitchFamily="34" charset="0"/>
                <a:cs typeface="Open Sans" panose="020B0606030504020204" pitchFamily="34" charset="0"/>
              </a:rPr>
              <a:t>ing</a:t>
            </a:r>
            <a:r>
              <a:rPr lang="en-GB" sz="2000" dirty="0">
                <a:solidFill>
                  <a:srgbClr val="0F1012"/>
                </a:solidFill>
                <a:latin typeface="Open Sans" panose="020B0606030504020204" pitchFamily="34" charset="0"/>
                <a:ea typeface="Open Sans" panose="020B0606030504020204" pitchFamily="34" charset="0"/>
                <a:cs typeface="Open Sans" panose="020B0606030504020204" pitchFamily="34" charset="0"/>
              </a:rPr>
              <a:t> in our course to teach </a:t>
            </a:r>
            <a:r>
              <a:rPr lang="en-US" sz="2000" dirty="0">
                <a:solidFill>
                  <a:srgbClr val="0F1012"/>
                </a:solidFill>
                <a:latin typeface="Open Sans" panose="020B0606030504020204" pitchFamily="34" charset="0"/>
                <a:ea typeface="Open Sans" panose="020B0606030504020204" pitchFamily="34" charset="0"/>
                <a:cs typeface="Open Sans" panose="020B0606030504020204" pitchFamily="34" charset="0"/>
              </a:rPr>
              <a:t>about computational reproducibility</a:t>
            </a:r>
            <a:r>
              <a:rPr lang="en-GB" sz="2000" dirty="0">
                <a:solidFill>
                  <a:srgbClr val="0F1012"/>
                </a:solidFill>
                <a:latin typeface="Open Sans" panose="020B0606030504020204" pitchFamily="34" charset="0"/>
                <a:ea typeface="Open Sans" panose="020B0606030504020204" pitchFamily="34" charset="0"/>
                <a:cs typeface="Open Sans" panose="020B0606030504020204" pitchFamily="34" charset="0"/>
              </a:rPr>
              <a:t>.</a:t>
            </a:r>
          </a:p>
          <a:p>
            <a:br>
              <a:rPr lang="en-GB" sz="2000" dirty="0">
                <a:solidFill>
                  <a:srgbClr val="0F1012"/>
                </a:solidFill>
                <a:latin typeface="Open Sans" panose="020B0606030504020204" pitchFamily="34" charset="0"/>
                <a:ea typeface="Open Sans" panose="020B0606030504020204" pitchFamily="34" charset="0"/>
                <a:cs typeface="Open Sans" panose="020B0606030504020204" pitchFamily="34" charset="0"/>
              </a:rPr>
            </a:br>
            <a:r>
              <a:rPr lang="en-GB" sz="2000" dirty="0">
                <a:solidFill>
                  <a:srgbClr val="0F1012"/>
                </a:solidFill>
                <a:latin typeface="Open Sans" panose="020B0606030504020204" pitchFamily="34" charset="0"/>
                <a:ea typeface="Open Sans" panose="020B0606030504020204" pitchFamily="34" charset="0"/>
                <a:cs typeface="Open Sans" panose="020B0606030504020204" pitchFamily="34" charset="0"/>
              </a:rPr>
              <a:t>A CODECHECK is an attempted reproduction of research outcomes by independent execution of the analysis code. The CODECHECK initiative appoints </a:t>
            </a:r>
            <a:r>
              <a:rPr lang="en-GB" sz="2000" dirty="0" err="1">
                <a:solidFill>
                  <a:srgbClr val="0F1012"/>
                </a:solidFill>
                <a:latin typeface="Open Sans" panose="020B0606030504020204" pitchFamily="34" charset="0"/>
                <a:ea typeface="Open Sans" panose="020B0606030504020204" pitchFamily="34" charset="0"/>
                <a:cs typeface="Open Sans" panose="020B0606030504020204" pitchFamily="34" charset="0"/>
              </a:rPr>
              <a:t>codecheckers</a:t>
            </a:r>
            <a:r>
              <a:rPr lang="en-GB" sz="2000" dirty="0">
                <a:solidFill>
                  <a:srgbClr val="0F1012"/>
                </a:solidFill>
                <a:latin typeface="Open Sans" panose="020B0606030504020204" pitchFamily="34" charset="0"/>
                <a:ea typeface="Open Sans" panose="020B0606030504020204" pitchFamily="34" charset="0"/>
                <a:cs typeface="Open Sans" panose="020B0606030504020204" pitchFamily="34" charset="0"/>
              </a:rPr>
              <a:t> to </a:t>
            </a:r>
            <a:r>
              <a:rPr lang="en-US" sz="2000" dirty="0">
                <a:solidFill>
                  <a:srgbClr val="0F1012"/>
                </a:solidFill>
                <a:latin typeface="Open Sans" panose="020B0606030504020204" pitchFamily="34" charset="0"/>
                <a:ea typeface="Open Sans" panose="020B0606030504020204" pitchFamily="34" charset="0"/>
                <a:cs typeface="Open Sans" panose="020B0606030504020204" pitchFamily="34" charset="0"/>
              </a:rPr>
              <a:t>CODECHECK (peer-reviewed) research articles.</a:t>
            </a:r>
            <a:r>
              <a:rPr lang="en-US" sz="2000" baseline="30000" dirty="0">
                <a:solidFill>
                  <a:srgbClr val="0F1012"/>
                </a:solidFill>
                <a:latin typeface="Open Sans" panose="020B0606030504020204" pitchFamily="34" charset="0"/>
                <a:ea typeface="Open Sans" panose="020B0606030504020204" pitchFamily="34" charset="0"/>
                <a:cs typeface="Open Sans" panose="020B0606030504020204" pitchFamily="34" charset="0"/>
              </a:rPr>
              <a:t>6</a:t>
            </a:r>
            <a:r>
              <a:rPr lang="en-US" sz="2000" dirty="0">
                <a:solidFill>
                  <a:srgbClr val="0F1012"/>
                </a:solidFill>
                <a:latin typeface="Open Sans" panose="020B0606030504020204" pitchFamily="34" charset="0"/>
                <a:ea typeface="Open Sans" panose="020B0606030504020204" pitchFamily="34" charset="0"/>
                <a:cs typeface="Open Sans" panose="020B0606030504020204" pitchFamily="34" charset="0"/>
              </a:rPr>
              <a:t> </a:t>
            </a:r>
          </a:p>
          <a:p>
            <a:endParaRPr lang="en-US" sz="2000" dirty="0">
              <a:solidFill>
                <a:srgbClr val="0F1012"/>
              </a:solidFill>
              <a:latin typeface="Open Sans" panose="020B0606030504020204" pitchFamily="34" charset="0"/>
              <a:ea typeface="Open Sans" panose="020B0606030504020204" pitchFamily="34" charset="0"/>
              <a:cs typeface="Open Sans" panose="020B0606030504020204" pitchFamily="34" charset="0"/>
            </a:endParaRPr>
          </a:p>
          <a:p>
            <a:r>
              <a:rPr lang="en-US" sz="2000" dirty="0">
                <a:solidFill>
                  <a:srgbClr val="0F1012"/>
                </a:solidFill>
                <a:latin typeface="Open Sans" panose="020B0606030504020204" pitchFamily="34" charset="0"/>
                <a:ea typeface="Open Sans" panose="020B0606030504020204" pitchFamily="34" charset="0"/>
                <a:cs typeface="Open Sans" panose="020B0606030504020204" pitchFamily="34" charset="0"/>
              </a:rPr>
              <a:t>In our course, we could teach students how to do a CODECHECK. We could even use CODECHECK-</a:t>
            </a:r>
            <a:r>
              <a:rPr lang="en-US" sz="2000" dirty="0" err="1">
                <a:solidFill>
                  <a:srgbClr val="0F1012"/>
                </a:solidFill>
                <a:latin typeface="Open Sans" panose="020B0606030504020204" pitchFamily="34" charset="0"/>
                <a:ea typeface="Open Sans" panose="020B0606030504020204" pitchFamily="34" charset="0"/>
                <a:cs typeface="Open Sans" panose="020B0606030504020204" pitchFamily="34" charset="0"/>
              </a:rPr>
              <a:t>ing</a:t>
            </a:r>
            <a:r>
              <a:rPr lang="en-US" sz="2000" dirty="0">
                <a:solidFill>
                  <a:srgbClr val="0F1012"/>
                </a:solidFill>
                <a:latin typeface="Open Sans" panose="020B0606030504020204" pitchFamily="34" charset="0"/>
                <a:ea typeface="Open Sans" panose="020B0606030504020204" pitchFamily="34" charset="0"/>
                <a:cs typeface="Open Sans" panose="020B0606030504020204" pitchFamily="34" charset="0"/>
              </a:rPr>
              <a:t> as an assessment tool to evaluate whether students meet the learning objectives. Should we?</a:t>
            </a:r>
          </a:p>
        </p:txBody>
      </p:sp>
      <p:sp>
        <p:nvSpPr>
          <p:cNvPr id="59" name="Tekstvak 58">
            <a:extLst>
              <a:ext uri="{FF2B5EF4-FFF2-40B4-BE49-F238E27FC236}">
                <a16:creationId xmlns:a16="http://schemas.microsoft.com/office/drawing/2014/main" id="{F49D909F-42F7-0648-AA5E-4B62B4C33843}"/>
              </a:ext>
            </a:extLst>
          </p:cNvPr>
          <p:cNvSpPr txBox="1">
            <a:spLocks/>
          </p:cNvSpPr>
          <p:nvPr/>
        </p:nvSpPr>
        <p:spPr>
          <a:xfrm>
            <a:off x="1607922" y="21252782"/>
            <a:ext cx="29549804" cy="583606"/>
          </a:xfrm>
          <a:prstGeom prst="rect">
            <a:avLst/>
          </a:prstGeom>
          <a:noFill/>
        </p:spPr>
        <p:txBody>
          <a:bodyPr wrap="square" lIns="0" tIns="0" rIns="0" bIns="0" rtlCol="0">
            <a:noAutofit/>
          </a:bodyPr>
          <a:lstStyle/>
          <a:p>
            <a:pPr>
              <a:lnSpc>
                <a:spcPts val="3914"/>
              </a:lnSpc>
            </a:pPr>
            <a:r>
              <a:rPr lang="en-GB" sz="2800" b="1" dirty="0">
                <a:solidFill>
                  <a:srgbClr val="000000"/>
                </a:solidFill>
                <a:latin typeface="Open Sans SemiBold" panose="020B0606030504020204" pitchFamily="34" charset="0"/>
                <a:ea typeface="Open Sans SemiBold" panose="020B0606030504020204" pitchFamily="34" charset="0"/>
                <a:cs typeface="Open Sans SemiBold" panose="020B0606030504020204" pitchFamily="34" charset="0"/>
              </a:rPr>
              <a:t>hanneoberman.github.io/presentations</a:t>
            </a:r>
          </a:p>
        </p:txBody>
      </p:sp>
      <p:pic>
        <p:nvPicPr>
          <p:cNvPr id="3" name="Picture 2">
            <a:extLst>
              <a:ext uri="{FF2B5EF4-FFF2-40B4-BE49-F238E27FC236}">
                <a16:creationId xmlns:a16="http://schemas.microsoft.com/office/drawing/2014/main" id="{3E185D9D-76F9-C5C7-8286-1B146E2EB3D2}"/>
              </a:ext>
            </a:extLst>
          </p:cNvPr>
          <p:cNvPicPr>
            <a:picLocks noChangeAspect="1"/>
          </p:cNvPicPr>
          <p:nvPr/>
        </p:nvPicPr>
        <p:blipFill>
          <a:blip r:embed="rId3"/>
          <a:stretch>
            <a:fillRect/>
          </a:stretch>
        </p:blipFill>
        <p:spPr>
          <a:xfrm>
            <a:off x="22916975" y="13811589"/>
            <a:ext cx="5029341" cy="2560953"/>
          </a:xfrm>
          <a:prstGeom prst="rect">
            <a:avLst/>
          </a:prstGeom>
        </p:spPr>
      </p:pic>
      <p:pic>
        <p:nvPicPr>
          <p:cNvPr id="7" name="Picture 6">
            <a:extLst>
              <a:ext uri="{FF2B5EF4-FFF2-40B4-BE49-F238E27FC236}">
                <a16:creationId xmlns:a16="http://schemas.microsoft.com/office/drawing/2014/main" id="{8791155E-2412-E17F-3019-4945C820A6BE}"/>
              </a:ext>
            </a:extLst>
          </p:cNvPr>
          <p:cNvPicPr>
            <a:picLocks noChangeAspect="1"/>
          </p:cNvPicPr>
          <p:nvPr/>
        </p:nvPicPr>
        <p:blipFill>
          <a:blip r:embed="rId4"/>
          <a:stretch>
            <a:fillRect/>
          </a:stretch>
        </p:blipFill>
        <p:spPr>
          <a:xfrm>
            <a:off x="28339708" y="15668180"/>
            <a:ext cx="2157983" cy="682906"/>
          </a:xfrm>
          <a:prstGeom prst="rect">
            <a:avLst/>
          </a:prstGeom>
        </p:spPr>
      </p:pic>
      <p:pic>
        <p:nvPicPr>
          <p:cNvPr id="11" name="Picture 10">
            <a:extLst>
              <a:ext uri="{FF2B5EF4-FFF2-40B4-BE49-F238E27FC236}">
                <a16:creationId xmlns:a16="http://schemas.microsoft.com/office/drawing/2014/main" id="{9FCB21F7-9098-CCAE-E8E0-BB20A8C34BE6}"/>
              </a:ext>
            </a:extLst>
          </p:cNvPr>
          <p:cNvPicPr>
            <a:picLocks noChangeAspect="1"/>
          </p:cNvPicPr>
          <p:nvPr/>
        </p:nvPicPr>
        <p:blipFill>
          <a:blip r:embed="rId5"/>
          <a:stretch>
            <a:fillRect/>
          </a:stretch>
        </p:blipFill>
        <p:spPr>
          <a:xfrm>
            <a:off x="2305904" y="13637096"/>
            <a:ext cx="3282494" cy="1368133"/>
          </a:xfrm>
          <a:prstGeom prst="rect">
            <a:avLst/>
          </a:prstGeom>
        </p:spPr>
      </p:pic>
      <p:pic>
        <p:nvPicPr>
          <p:cNvPr id="14" name="Picture 13">
            <a:extLst>
              <a:ext uri="{FF2B5EF4-FFF2-40B4-BE49-F238E27FC236}">
                <a16:creationId xmlns:a16="http://schemas.microsoft.com/office/drawing/2014/main" id="{71415936-DC8B-56A3-66B3-6EBB92507532}"/>
              </a:ext>
            </a:extLst>
          </p:cNvPr>
          <p:cNvPicPr>
            <a:picLocks noChangeAspect="1"/>
          </p:cNvPicPr>
          <p:nvPr/>
        </p:nvPicPr>
        <p:blipFill>
          <a:blip r:embed="rId6"/>
          <a:stretch>
            <a:fillRect/>
          </a:stretch>
        </p:blipFill>
        <p:spPr>
          <a:xfrm>
            <a:off x="5874024" y="13637096"/>
            <a:ext cx="1940904" cy="1940904"/>
          </a:xfrm>
          <a:prstGeom prst="rect">
            <a:avLst/>
          </a:prstGeom>
        </p:spPr>
      </p:pic>
      <p:pic>
        <p:nvPicPr>
          <p:cNvPr id="16" name="Picture 15">
            <a:extLst>
              <a:ext uri="{FF2B5EF4-FFF2-40B4-BE49-F238E27FC236}">
                <a16:creationId xmlns:a16="http://schemas.microsoft.com/office/drawing/2014/main" id="{BA6DFE08-574C-3349-2EB1-218A17967BB8}"/>
              </a:ext>
            </a:extLst>
          </p:cNvPr>
          <p:cNvPicPr>
            <a:picLocks noChangeAspect="1"/>
          </p:cNvPicPr>
          <p:nvPr/>
        </p:nvPicPr>
        <p:blipFill>
          <a:blip r:embed="rId7"/>
          <a:stretch>
            <a:fillRect/>
          </a:stretch>
        </p:blipFill>
        <p:spPr>
          <a:xfrm>
            <a:off x="6017072" y="16062535"/>
            <a:ext cx="1664017" cy="1664017"/>
          </a:xfrm>
          <a:prstGeom prst="rect">
            <a:avLst/>
          </a:prstGeom>
        </p:spPr>
      </p:pic>
      <p:pic>
        <p:nvPicPr>
          <p:cNvPr id="18" name="Picture 17">
            <a:extLst>
              <a:ext uri="{FF2B5EF4-FFF2-40B4-BE49-F238E27FC236}">
                <a16:creationId xmlns:a16="http://schemas.microsoft.com/office/drawing/2014/main" id="{CF58964D-3201-DEB5-7E06-9263AA5CDD31}"/>
              </a:ext>
            </a:extLst>
          </p:cNvPr>
          <p:cNvPicPr>
            <a:picLocks noChangeAspect="1"/>
          </p:cNvPicPr>
          <p:nvPr/>
        </p:nvPicPr>
        <p:blipFill>
          <a:blip r:embed="rId8"/>
          <a:stretch>
            <a:fillRect/>
          </a:stretch>
        </p:blipFill>
        <p:spPr>
          <a:xfrm>
            <a:off x="11611954" y="13806839"/>
            <a:ext cx="1772787" cy="2045796"/>
          </a:xfrm>
          <a:prstGeom prst="rect">
            <a:avLst/>
          </a:prstGeom>
        </p:spPr>
      </p:pic>
      <p:pic>
        <p:nvPicPr>
          <p:cNvPr id="22" name="Picture 21">
            <a:extLst>
              <a:ext uri="{FF2B5EF4-FFF2-40B4-BE49-F238E27FC236}">
                <a16:creationId xmlns:a16="http://schemas.microsoft.com/office/drawing/2014/main" id="{9EFA87C7-C266-45A9-65AA-BCE5AD9F8702}"/>
              </a:ext>
            </a:extLst>
          </p:cNvPr>
          <p:cNvPicPr>
            <a:picLocks noChangeAspect="1"/>
          </p:cNvPicPr>
          <p:nvPr/>
        </p:nvPicPr>
        <p:blipFill>
          <a:blip r:embed="rId9"/>
          <a:stretch>
            <a:fillRect/>
          </a:stretch>
        </p:blipFill>
        <p:spPr>
          <a:xfrm>
            <a:off x="13674654" y="13873469"/>
            <a:ext cx="1710926" cy="1978258"/>
          </a:xfrm>
          <a:prstGeom prst="rect">
            <a:avLst/>
          </a:prstGeom>
        </p:spPr>
      </p:pic>
      <p:pic>
        <p:nvPicPr>
          <p:cNvPr id="24" name="Picture 23">
            <a:extLst>
              <a:ext uri="{FF2B5EF4-FFF2-40B4-BE49-F238E27FC236}">
                <a16:creationId xmlns:a16="http://schemas.microsoft.com/office/drawing/2014/main" id="{E5FDBE6A-8EBB-4FCB-BB05-9D2A2F9E727D}"/>
              </a:ext>
            </a:extLst>
          </p:cNvPr>
          <p:cNvPicPr>
            <a:picLocks noChangeAspect="1"/>
          </p:cNvPicPr>
          <p:nvPr/>
        </p:nvPicPr>
        <p:blipFill>
          <a:blip r:embed="rId10"/>
          <a:stretch>
            <a:fillRect/>
          </a:stretch>
        </p:blipFill>
        <p:spPr>
          <a:xfrm>
            <a:off x="12670738" y="15629826"/>
            <a:ext cx="1760381" cy="2046955"/>
          </a:xfrm>
          <a:prstGeom prst="rect">
            <a:avLst/>
          </a:prstGeom>
        </p:spPr>
      </p:pic>
      <p:pic>
        <p:nvPicPr>
          <p:cNvPr id="4" name="chart">
            <a:extLst>
              <a:ext uri="{FF2B5EF4-FFF2-40B4-BE49-F238E27FC236}">
                <a16:creationId xmlns:a16="http://schemas.microsoft.com/office/drawing/2014/main" id="{35118DAB-A05B-064C-14AE-52D51DE577A6}"/>
              </a:ext>
            </a:extLst>
          </p:cNvPr>
          <p:cNvPicPr>
            <a:picLocks noChangeAspect="1"/>
          </p:cNvPicPr>
          <p:nvPr/>
        </p:nvPicPr>
        <p:blipFill>
          <a:blip r:embed="rId11"/>
          <a:stretch>
            <a:fillRect/>
          </a:stretch>
        </p:blipFill>
        <p:spPr>
          <a:xfrm>
            <a:off x="2390285" y="15437383"/>
            <a:ext cx="1970768" cy="2274623"/>
          </a:xfrm>
          <a:prstGeom prst="rect">
            <a:avLst/>
          </a:prstGeom>
        </p:spPr>
      </p:pic>
      <p:sp>
        <p:nvSpPr>
          <p:cNvPr id="8" name="Subtitel 2">
            <a:extLst>
              <a:ext uri="{FF2B5EF4-FFF2-40B4-BE49-F238E27FC236}">
                <a16:creationId xmlns:a16="http://schemas.microsoft.com/office/drawing/2014/main" id="{8A10AB97-79C8-C8E0-03F2-BDD897AAFC32}"/>
              </a:ext>
            </a:extLst>
          </p:cNvPr>
          <p:cNvSpPr txBox="1">
            <a:spLocks/>
          </p:cNvSpPr>
          <p:nvPr/>
        </p:nvSpPr>
        <p:spPr>
          <a:xfrm>
            <a:off x="2357737" y="18364579"/>
            <a:ext cx="3404703" cy="411075"/>
          </a:xfrm>
          <a:prstGeom prst="rect">
            <a:avLst/>
          </a:prstGeom>
          <a:noFill/>
        </p:spPr>
        <p:txBody>
          <a:bodyPr vert="horz" wrap="square" lIns="0" tIns="0" rIns="0" bIns="0" rtlCol="0">
            <a:spAutoFit/>
          </a:bodyPr>
          <a:lstStyle>
            <a:lvl1pPr marL="0" indent="0" algn="ctr" defTabSz="457200" rtl="0" eaLnBrk="1" latinLnBrk="0" hangingPunct="1">
              <a:spcBef>
                <a:spcPct val="20000"/>
              </a:spcBef>
              <a:buFont typeface="Arial"/>
              <a:buNone/>
              <a:defRPr sz="3200" kern="1200">
                <a:solidFill>
                  <a:schemeClr val="tx1">
                    <a:tint val="75000"/>
                  </a:schemeClr>
                </a:solidFill>
                <a:latin typeface="+mn-lt"/>
                <a:ea typeface="+mn-ea"/>
                <a:cs typeface="+mn-cs"/>
              </a:defRPr>
            </a:lvl1pPr>
            <a:lvl2pPr marL="457200" indent="0" algn="ctr" defTabSz="457200" rtl="0" eaLnBrk="1" latinLnBrk="0" hangingPunct="1">
              <a:spcBef>
                <a:spcPct val="20000"/>
              </a:spcBef>
              <a:buFont typeface="Arial"/>
              <a:buNone/>
              <a:defRPr sz="2800" kern="1200">
                <a:solidFill>
                  <a:schemeClr val="tx1">
                    <a:tint val="75000"/>
                  </a:schemeClr>
                </a:solidFill>
                <a:latin typeface="+mn-lt"/>
                <a:ea typeface="+mn-ea"/>
                <a:cs typeface="+mn-cs"/>
              </a:defRPr>
            </a:lvl2pPr>
            <a:lvl3pPr marL="914400" indent="0" algn="ctr" defTabSz="457200" rtl="0" eaLnBrk="1" latinLnBrk="0" hangingPunct="1">
              <a:spcBef>
                <a:spcPct val="20000"/>
              </a:spcBef>
              <a:buFont typeface="Arial"/>
              <a:buNone/>
              <a:defRPr sz="2400" kern="1200">
                <a:solidFill>
                  <a:schemeClr val="tx1">
                    <a:tint val="75000"/>
                  </a:schemeClr>
                </a:solidFill>
                <a:latin typeface="+mn-lt"/>
                <a:ea typeface="+mn-ea"/>
                <a:cs typeface="+mn-cs"/>
              </a:defRPr>
            </a:lvl3pPr>
            <a:lvl4pPr marL="1371600" indent="0" algn="ctr" defTabSz="457200" rtl="0" eaLnBrk="1" latinLnBrk="0" hangingPunct="1">
              <a:spcBef>
                <a:spcPct val="20000"/>
              </a:spcBef>
              <a:buFont typeface="Arial"/>
              <a:buNone/>
              <a:defRPr sz="2000" kern="1200">
                <a:solidFill>
                  <a:schemeClr val="tx1">
                    <a:tint val="75000"/>
                  </a:schemeClr>
                </a:solidFill>
                <a:latin typeface="+mn-lt"/>
                <a:ea typeface="+mn-ea"/>
                <a:cs typeface="+mn-cs"/>
              </a:defRPr>
            </a:lvl4pPr>
            <a:lvl5pPr marL="1828800" indent="0" algn="ctr" defTabSz="457200" rtl="0" eaLnBrk="1" latinLnBrk="0" hangingPunct="1">
              <a:spcBef>
                <a:spcPct val="20000"/>
              </a:spcBef>
              <a:buFont typeface="Arial"/>
              <a:buNone/>
              <a:defRPr sz="2000" kern="1200">
                <a:solidFill>
                  <a:schemeClr val="tx1">
                    <a:tint val="75000"/>
                  </a:schemeClr>
                </a:solidFill>
                <a:latin typeface="+mn-lt"/>
                <a:ea typeface="+mn-ea"/>
                <a:cs typeface="+mn-cs"/>
              </a:defRPr>
            </a:lvl5pPr>
            <a:lvl6pPr marL="2286000" indent="0" algn="ctr" defTabSz="457200" rtl="0" eaLnBrk="1" latinLnBrk="0" hangingPunct="1">
              <a:spcBef>
                <a:spcPct val="20000"/>
              </a:spcBef>
              <a:buFont typeface="Arial"/>
              <a:buNone/>
              <a:defRPr sz="2000" kern="1200">
                <a:solidFill>
                  <a:schemeClr val="tx1">
                    <a:tint val="75000"/>
                  </a:schemeClr>
                </a:solidFill>
                <a:latin typeface="+mn-lt"/>
                <a:ea typeface="+mn-ea"/>
                <a:cs typeface="+mn-cs"/>
              </a:defRPr>
            </a:lvl6pPr>
            <a:lvl7pPr marL="2743200" indent="0" algn="ctr" defTabSz="457200" rtl="0" eaLnBrk="1" latinLnBrk="0" hangingPunct="1">
              <a:spcBef>
                <a:spcPct val="20000"/>
              </a:spcBef>
              <a:buFont typeface="Arial"/>
              <a:buNone/>
              <a:defRPr sz="2000" kern="1200">
                <a:solidFill>
                  <a:schemeClr val="tx1">
                    <a:tint val="75000"/>
                  </a:schemeClr>
                </a:solidFill>
                <a:latin typeface="+mn-lt"/>
                <a:ea typeface="+mn-ea"/>
                <a:cs typeface="+mn-cs"/>
              </a:defRPr>
            </a:lvl7pPr>
            <a:lvl8pPr marL="3200400" indent="0" algn="ctr" defTabSz="457200" rtl="0" eaLnBrk="1" latinLnBrk="0" hangingPunct="1">
              <a:spcBef>
                <a:spcPct val="20000"/>
              </a:spcBef>
              <a:buFont typeface="Arial"/>
              <a:buNone/>
              <a:defRPr sz="2000" kern="1200">
                <a:solidFill>
                  <a:schemeClr val="tx1">
                    <a:tint val="75000"/>
                  </a:schemeClr>
                </a:solidFill>
                <a:latin typeface="+mn-lt"/>
                <a:ea typeface="+mn-ea"/>
                <a:cs typeface="+mn-cs"/>
              </a:defRPr>
            </a:lvl8pPr>
            <a:lvl9pPr marL="3657600" indent="0" algn="ctr" defTabSz="457200" rtl="0" eaLnBrk="1" latinLnBrk="0" hangingPunct="1">
              <a:spcBef>
                <a:spcPct val="20000"/>
              </a:spcBef>
              <a:buFont typeface="Arial"/>
              <a:buNone/>
              <a:defRPr sz="2000" kern="1200">
                <a:solidFill>
                  <a:schemeClr val="tx1">
                    <a:tint val="75000"/>
                  </a:schemeClr>
                </a:solidFill>
                <a:latin typeface="+mn-lt"/>
                <a:ea typeface="+mn-ea"/>
                <a:cs typeface="+mn-cs"/>
              </a:defRPr>
            </a:lvl9pPr>
          </a:lstStyle>
          <a:p>
            <a:pPr algn="l">
              <a:lnSpc>
                <a:spcPts val="3588"/>
              </a:lnSpc>
              <a:spcBef>
                <a:spcPts val="0"/>
              </a:spcBef>
            </a:pPr>
            <a:r>
              <a:rPr lang="en-GB" sz="1957" b="1" dirty="0">
                <a:solidFill>
                  <a:srgbClr val="0F1012"/>
                </a:solidFill>
                <a:latin typeface="Open Sans SemiBold" panose="020B0606030504020204" pitchFamily="34" charset="0"/>
                <a:ea typeface="Open Sans SemiBold" panose="020B0606030504020204" pitchFamily="34" charset="0"/>
                <a:cs typeface="Open Sans SemiBold" panose="020B0606030504020204" pitchFamily="34" charset="0"/>
              </a:rPr>
              <a:t>Markup languages</a:t>
            </a:r>
          </a:p>
        </p:txBody>
      </p:sp>
      <p:sp>
        <p:nvSpPr>
          <p:cNvPr id="10" name="Subtitel 2">
            <a:extLst>
              <a:ext uri="{FF2B5EF4-FFF2-40B4-BE49-F238E27FC236}">
                <a16:creationId xmlns:a16="http://schemas.microsoft.com/office/drawing/2014/main" id="{A3C436DC-D124-50A6-0766-8B996D63D53C}"/>
              </a:ext>
            </a:extLst>
          </p:cNvPr>
          <p:cNvSpPr txBox="1">
            <a:spLocks/>
          </p:cNvSpPr>
          <p:nvPr/>
        </p:nvSpPr>
        <p:spPr>
          <a:xfrm>
            <a:off x="6006780" y="18365122"/>
            <a:ext cx="3404703" cy="411075"/>
          </a:xfrm>
          <a:prstGeom prst="rect">
            <a:avLst/>
          </a:prstGeom>
          <a:noFill/>
        </p:spPr>
        <p:txBody>
          <a:bodyPr vert="horz" wrap="square" lIns="0" tIns="0" rIns="0" bIns="0" rtlCol="0">
            <a:spAutoFit/>
          </a:bodyPr>
          <a:lstStyle>
            <a:lvl1pPr marL="0" indent="0" algn="ctr" defTabSz="457200" rtl="0" eaLnBrk="1" latinLnBrk="0" hangingPunct="1">
              <a:spcBef>
                <a:spcPct val="20000"/>
              </a:spcBef>
              <a:buFont typeface="Arial"/>
              <a:buNone/>
              <a:defRPr sz="3200" kern="1200">
                <a:solidFill>
                  <a:schemeClr val="tx1">
                    <a:tint val="75000"/>
                  </a:schemeClr>
                </a:solidFill>
                <a:latin typeface="+mn-lt"/>
                <a:ea typeface="+mn-ea"/>
                <a:cs typeface="+mn-cs"/>
              </a:defRPr>
            </a:lvl1pPr>
            <a:lvl2pPr marL="457200" indent="0" algn="ctr" defTabSz="457200" rtl="0" eaLnBrk="1" latinLnBrk="0" hangingPunct="1">
              <a:spcBef>
                <a:spcPct val="20000"/>
              </a:spcBef>
              <a:buFont typeface="Arial"/>
              <a:buNone/>
              <a:defRPr sz="2800" kern="1200">
                <a:solidFill>
                  <a:schemeClr val="tx1">
                    <a:tint val="75000"/>
                  </a:schemeClr>
                </a:solidFill>
                <a:latin typeface="+mn-lt"/>
                <a:ea typeface="+mn-ea"/>
                <a:cs typeface="+mn-cs"/>
              </a:defRPr>
            </a:lvl2pPr>
            <a:lvl3pPr marL="914400" indent="0" algn="ctr" defTabSz="457200" rtl="0" eaLnBrk="1" latinLnBrk="0" hangingPunct="1">
              <a:spcBef>
                <a:spcPct val="20000"/>
              </a:spcBef>
              <a:buFont typeface="Arial"/>
              <a:buNone/>
              <a:defRPr sz="2400" kern="1200">
                <a:solidFill>
                  <a:schemeClr val="tx1">
                    <a:tint val="75000"/>
                  </a:schemeClr>
                </a:solidFill>
                <a:latin typeface="+mn-lt"/>
                <a:ea typeface="+mn-ea"/>
                <a:cs typeface="+mn-cs"/>
              </a:defRPr>
            </a:lvl3pPr>
            <a:lvl4pPr marL="1371600" indent="0" algn="ctr" defTabSz="457200" rtl="0" eaLnBrk="1" latinLnBrk="0" hangingPunct="1">
              <a:spcBef>
                <a:spcPct val="20000"/>
              </a:spcBef>
              <a:buFont typeface="Arial"/>
              <a:buNone/>
              <a:defRPr sz="2000" kern="1200">
                <a:solidFill>
                  <a:schemeClr val="tx1">
                    <a:tint val="75000"/>
                  </a:schemeClr>
                </a:solidFill>
                <a:latin typeface="+mn-lt"/>
                <a:ea typeface="+mn-ea"/>
                <a:cs typeface="+mn-cs"/>
              </a:defRPr>
            </a:lvl4pPr>
            <a:lvl5pPr marL="1828800" indent="0" algn="ctr" defTabSz="457200" rtl="0" eaLnBrk="1" latinLnBrk="0" hangingPunct="1">
              <a:spcBef>
                <a:spcPct val="20000"/>
              </a:spcBef>
              <a:buFont typeface="Arial"/>
              <a:buNone/>
              <a:defRPr sz="2000" kern="1200">
                <a:solidFill>
                  <a:schemeClr val="tx1">
                    <a:tint val="75000"/>
                  </a:schemeClr>
                </a:solidFill>
                <a:latin typeface="+mn-lt"/>
                <a:ea typeface="+mn-ea"/>
                <a:cs typeface="+mn-cs"/>
              </a:defRPr>
            </a:lvl5pPr>
            <a:lvl6pPr marL="2286000" indent="0" algn="ctr" defTabSz="457200" rtl="0" eaLnBrk="1" latinLnBrk="0" hangingPunct="1">
              <a:spcBef>
                <a:spcPct val="20000"/>
              </a:spcBef>
              <a:buFont typeface="Arial"/>
              <a:buNone/>
              <a:defRPr sz="2000" kern="1200">
                <a:solidFill>
                  <a:schemeClr val="tx1">
                    <a:tint val="75000"/>
                  </a:schemeClr>
                </a:solidFill>
                <a:latin typeface="+mn-lt"/>
                <a:ea typeface="+mn-ea"/>
                <a:cs typeface="+mn-cs"/>
              </a:defRPr>
            </a:lvl6pPr>
            <a:lvl7pPr marL="2743200" indent="0" algn="ctr" defTabSz="457200" rtl="0" eaLnBrk="1" latinLnBrk="0" hangingPunct="1">
              <a:spcBef>
                <a:spcPct val="20000"/>
              </a:spcBef>
              <a:buFont typeface="Arial"/>
              <a:buNone/>
              <a:defRPr sz="2000" kern="1200">
                <a:solidFill>
                  <a:schemeClr val="tx1">
                    <a:tint val="75000"/>
                  </a:schemeClr>
                </a:solidFill>
                <a:latin typeface="+mn-lt"/>
                <a:ea typeface="+mn-ea"/>
                <a:cs typeface="+mn-cs"/>
              </a:defRPr>
            </a:lvl7pPr>
            <a:lvl8pPr marL="3200400" indent="0" algn="ctr" defTabSz="457200" rtl="0" eaLnBrk="1" latinLnBrk="0" hangingPunct="1">
              <a:spcBef>
                <a:spcPct val="20000"/>
              </a:spcBef>
              <a:buFont typeface="Arial"/>
              <a:buNone/>
              <a:defRPr sz="2000" kern="1200">
                <a:solidFill>
                  <a:schemeClr val="tx1">
                    <a:tint val="75000"/>
                  </a:schemeClr>
                </a:solidFill>
                <a:latin typeface="+mn-lt"/>
                <a:ea typeface="+mn-ea"/>
                <a:cs typeface="+mn-cs"/>
              </a:defRPr>
            </a:lvl8pPr>
            <a:lvl9pPr marL="3657600" indent="0" algn="ctr" defTabSz="457200" rtl="0" eaLnBrk="1" latinLnBrk="0" hangingPunct="1">
              <a:spcBef>
                <a:spcPct val="20000"/>
              </a:spcBef>
              <a:buFont typeface="Arial"/>
              <a:buNone/>
              <a:defRPr sz="2000" kern="1200">
                <a:solidFill>
                  <a:schemeClr val="tx1">
                    <a:tint val="75000"/>
                  </a:schemeClr>
                </a:solidFill>
                <a:latin typeface="+mn-lt"/>
                <a:ea typeface="+mn-ea"/>
                <a:cs typeface="+mn-cs"/>
              </a:defRPr>
            </a:lvl9pPr>
          </a:lstStyle>
          <a:p>
            <a:pPr algn="l">
              <a:lnSpc>
                <a:spcPts val="3588"/>
              </a:lnSpc>
              <a:spcBef>
                <a:spcPts val="0"/>
              </a:spcBef>
            </a:pPr>
            <a:r>
              <a:rPr lang="en-GB" sz="1957" b="1" dirty="0">
                <a:solidFill>
                  <a:srgbClr val="0F1012"/>
                </a:solidFill>
                <a:latin typeface="Open Sans SemiBold" panose="020B0606030504020204" pitchFamily="34" charset="0"/>
                <a:ea typeface="Open Sans SemiBold" panose="020B0606030504020204" pitchFamily="34" charset="0"/>
                <a:cs typeface="Open Sans SemiBold" panose="020B0606030504020204" pitchFamily="34" charset="0"/>
              </a:rPr>
              <a:t>Version control</a:t>
            </a:r>
          </a:p>
        </p:txBody>
      </p:sp>
      <p:sp>
        <p:nvSpPr>
          <p:cNvPr id="12" name="Subtitel 2">
            <a:extLst>
              <a:ext uri="{FF2B5EF4-FFF2-40B4-BE49-F238E27FC236}">
                <a16:creationId xmlns:a16="http://schemas.microsoft.com/office/drawing/2014/main" id="{755B9E18-DFFB-E778-8B61-B15874B3B5E3}"/>
              </a:ext>
            </a:extLst>
          </p:cNvPr>
          <p:cNvSpPr txBox="1">
            <a:spLocks/>
          </p:cNvSpPr>
          <p:nvPr/>
        </p:nvSpPr>
        <p:spPr>
          <a:xfrm>
            <a:off x="12728767" y="18454645"/>
            <a:ext cx="3404703" cy="411075"/>
          </a:xfrm>
          <a:prstGeom prst="rect">
            <a:avLst/>
          </a:prstGeom>
          <a:noFill/>
        </p:spPr>
        <p:txBody>
          <a:bodyPr vert="horz" wrap="square" lIns="0" tIns="0" rIns="0" bIns="0" rtlCol="0">
            <a:spAutoFit/>
          </a:bodyPr>
          <a:lstStyle>
            <a:lvl1pPr marL="0" indent="0" algn="ctr" defTabSz="457200" rtl="0" eaLnBrk="1" latinLnBrk="0" hangingPunct="1">
              <a:spcBef>
                <a:spcPct val="20000"/>
              </a:spcBef>
              <a:buFont typeface="Arial"/>
              <a:buNone/>
              <a:defRPr sz="3200" kern="1200">
                <a:solidFill>
                  <a:schemeClr val="tx1">
                    <a:tint val="75000"/>
                  </a:schemeClr>
                </a:solidFill>
                <a:latin typeface="+mn-lt"/>
                <a:ea typeface="+mn-ea"/>
                <a:cs typeface="+mn-cs"/>
              </a:defRPr>
            </a:lvl1pPr>
            <a:lvl2pPr marL="457200" indent="0" algn="ctr" defTabSz="457200" rtl="0" eaLnBrk="1" latinLnBrk="0" hangingPunct="1">
              <a:spcBef>
                <a:spcPct val="20000"/>
              </a:spcBef>
              <a:buFont typeface="Arial"/>
              <a:buNone/>
              <a:defRPr sz="2800" kern="1200">
                <a:solidFill>
                  <a:schemeClr val="tx1">
                    <a:tint val="75000"/>
                  </a:schemeClr>
                </a:solidFill>
                <a:latin typeface="+mn-lt"/>
                <a:ea typeface="+mn-ea"/>
                <a:cs typeface="+mn-cs"/>
              </a:defRPr>
            </a:lvl2pPr>
            <a:lvl3pPr marL="914400" indent="0" algn="ctr" defTabSz="457200" rtl="0" eaLnBrk="1" latinLnBrk="0" hangingPunct="1">
              <a:spcBef>
                <a:spcPct val="20000"/>
              </a:spcBef>
              <a:buFont typeface="Arial"/>
              <a:buNone/>
              <a:defRPr sz="2400" kern="1200">
                <a:solidFill>
                  <a:schemeClr val="tx1">
                    <a:tint val="75000"/>
                  </a:schemeClr>
                </a:solidFill>
                <a:latin typeface="+mn-lt"/>
                <a:ea typeface="+mn-ea"/>
                <a:cs typeface="+mn-cs"/>
              </a:defRPr>
            </a:lvl3pPr>
            <a:lvl4pPr marL="1371600" indent="0" algn="ctr" defTabSz="457200" rtl="0" eaLnBrk="1" latinLnBrk="0" hangingPunct="1">
              <a:spcBef>
                <a:spcPct val="20000"/>
              </a:spcBef>
              <a:buFont typeface="Arial"/>
              <a:buNone/>
              <a:defRPr sz="2000" kern="1200">
                <a:solidFill>
                  <a:schemeClr val="tx1">
                    <a:tint val="75000"/>
                  </a:schemeClr>
                </a:solidFill>
                <a:latin typeface="+mn-lt"/>
                <a:ea typeface="+mn-ea"/>
                <a:cs typeface="+mn-cs"/>
              </a:defRPr>
            </a:lvl4pPr>
            <a:lvl5pPr marL="1828800" indent="0" algn="ctr" defTabSz="457200" rtl="0" eaLnBrk="1" latinLnBrk="0" hangingPunct="1">
              <a:spcBef>
                <a:spcPct val="20000"/>
              </a:spcBef>
              <a:buFont typeface="Arial"/>
              <a:buNone/>
              <a:defRPr sz="2000" kern="1200">
                <a:solidFill>
                  <a:schemeClr val="tx1">
                    <a:tint val="75000"/>
                  </a:schemeClr>
                </a:solidFill>
                <a:latin typeface="+mn-lt"/>
                <a:ea typeface="+mn-ea"/>
                <a:cs typeface="+mn-cs"/>
              </a:defRPr>
            </a:lvl5pPr>
            <a:lvl6pPr marL="2286000" indent="0" algn="ctr" defTabSz="457200" rtl="0" eaLnBrk="1" latinLnBrk="0" hangingPunct="1">
              <a:spcBef>
                <a:spcPct val="20000"/>
              </a:spcBef>
              <a:buFont typeface="Arial"/>
              <a:buNone/>
              <a:defRPr sz="2000" kern="1200">
                <a:solidFill>
                  <a:schemeClr val="tx1">
                    <a:tint val="75000"/>
                  </a:schemeClr>
                </a:solidFill>
                <a:latin typeface="+mn-lt"/>
                <a:ea typeface="+mn-ea"/>
                <a:cs typeface="+mn-cs"/>
              </a:defRPr>
            </a:lvl6pPr>
            <a:lvl7pPr marL="2743200" indent="0" algn="ctr" defTabSz="457200" rtl="0" eaLnBrk="1" latinLnBrk="0" hangingPunct="1">
              <a:spcBef>
                <a:spcPct val="20000"/>
              </a:spcBef>
              <a:buFont typeface="Arial"/>
              <a:buNone/>
              <a:defRPr sz="2000" kern="1200">
                <a:solidFill>
                  <a:schemeClr val="tx1">
                    <a:tint val="75000"/>
                  </a:schemeClr>
                </a:solidFill>
                <a:latin typeface="+mn-lt"/>
                <a:ea typeface="+mn-ea"/>
                <a:cs typeface="+mn-cs"/>
              </a:defRPr>
            </a:lvl7pPr>
            <a:lvl8pPr marL="3200400" indent="0" algn="ctr" defTabSz="457200" rtl="0" eaLnBrk="1" latinLnBrk="0" hangingPunct="1">
              <a:spcBef>
                <a:spcPct val="20000"/>
              </a:spcBef>
              <a:buFont typeface="Arial"/>
              <a:buNone/>
              <a:defRPr sz="2000" kern="1200">
                <a:solidFill>
                  <a:schemeClr val="tx1">
                    <a:tint val="75000"/>
                  </a:schemeClr>
                </a:solidFill>
                <a:latin typeface="+mn-lt"/>
                <a:ea typeface="+mn-ea"/>
                <a:cs typeface="+mn-cs"/>
              </a:defRPr>
            </a:lvl8pPr>
            <a:lvl9pPr marL="3657600" indent="0" algn="ctr" defTabSz="457200" rtl="0" eaLnBrk="1" latinLnBrk="0" hangingPunct="1">
              <a:spcBef>
                <a:spcPct val="20000"/>
              </a:spcBef>
              <a:buFont typeface="Arial"/>
              <a:buNone/>
              <a:defRPr sz="2000" kern="1200">
                <a:solidFill>
                  <a:schemeClr val="tx1">
                    <a:tint val="75000"/>
                  </a:schemeClr>
                </a:solidFill>
                <a:latin typeface="+mn-lt"/>
                <a:ea typeface="+mn-ea"/>
                <a:cs typeface="+mn-cs"/>
              </a:defRPr>
            </a:lvl9pPr>
          </a:lstStyle>
          <a:p>
            <a:pPr algn="l">
              <a:lnSpc>
                <a:spcPts val="3588"/>
              </a:lnSpc>
              <a:spcBef>
                <a:spcPts val="0"/>
              </a:spcBef>
            </a:pPr>
            <a:r>
              <a:rPr lang="en-GB" sz="1957" b="1" dirty="0">
                <a:solidFill>
                  <a:srgbClr val="0F1012"/>
                </a:solidFill>
                <a:latin typeface="Open Sans SemiBold" panose="020B0606030504020204" pitchFamily="34" charset="0"/>
                <a:ea typeface="Open Sans SemiBold" panose="020B0606030504020204" pitchFamily="34" charset="0"/>
                <a:cs typeface="Open Sans SemiBold" panose="020B0606030504020204" pitchFamily="34" charset="0"/>
              </a:rPr>
              <a:t>Sharing R code</a:t>
            </a:r>
          </a:p>
        </p:txBody>
      </p:sp>
      <p:sp>
        <p:nvSpPr>
          <p:cNvPr id="13" name="Subtitel 2">
            <a:extLst>
              <a:ext uri="{FF2B5EF4-FFF2-40B4-BE49-F238E27FC236}">
                <a16:creationId xmlns:a16="http://schemas.microsoft.com/office/drawing/2014/main" id="{8DDA8810-CC3A-B3F5-F39C-B20B5ED292EF}"/>
              </a:ext>
            </a:extLst>
          </p:cNvPr>
          <p:cNvSpPr txBox="1">
            <a:spLocks/>
          </p:cNvSpPr>
          <p:nvPr/>
        </p:nvSpPr>
        <p:spPr>
          <a:xfrm>
            <a:off x="17241588" y="18454645"/>
            <a:ext cx="3404703" cy="411075"/>
          </a:xfrm>
          <a:prstGeom prst="rect">
            <a:avLst/>
          </a:prstGeom>
          <a:noFill/>
        </p:spPr>
        <p:txBody>
          <a:bodyPr vert="horz" wrap="square" lIns="0" tIns="0" rIns="0" bIns="0" rtlCol="0">
            <a:spAutoFit/>
          </a:bodyPr>
          <a:lstStyle>
            <a:lvl1pPr marL="0" indent="0" algn="ctr" defTabSz="457200" rtl="0" eaLnBrk="1" latinLnBrk="0" hangingPunct="1">
              <a:spcBef>
                <a:spcPct val="20000"/>
              </a:spcBef>
              <a:buFont typeface="Arial"/>
              <a:buNone/>
              <a:defRPr sz="3200" kern="1200">
                <a:solidFill>
                  <a:schemeClr val="tx1">
                    <a:tint val="75000"/>
                  </a:schemeClr>
                </a:solidFill>
                <a:latin typeface="+mn-lt"/>
                <a:ea typeface="+mn-ea"/>
                <a:cs typeface="+mn-cs"/>
              </a:defRPr>
            </a:lvl1pPr>
            <a:lvl2pPr marL="457200" indent="0" algn="ctr" defTabSz="457200" rtl="0" eaLnBrk="1" latinLnBrk="0" hangingPunct="1">
              <a:spcBef>
                <a:spcPct val="20000"/>
              </a:spcBef>
              <a:buFont typeface="Arial"/>
              <a:buNone/>
              <a:defRPr sz="2800" kern="1200">
                <a:solidFill>
                  <a:schemeClr val="tx1">
                    <a:tint val="75000"/>
                  </a:schemeClr>
                </a:solidFill>
                <a:latin typeface="+mn-lt"/>
                <a:ea typeface="+mn-ea"/>
                <a:cs typeface="+mn-cs"/>
              </a:defRPr>
            </a:lvl2pPr>
            <a:lvl3pPr marL="914400" indent="0" algn="ctr" defTabSz="457200" rtl="0" eaLnBrk="1" latinLnBrk="0" hangingPunct="1">
              <a:spcBef>
                <a:spcPct val="20000"/>
              </a:spcBef>
              <a:buFont typeface="Arial"/>
              <a:buNone/>
              <a:defRPr sz="2400" kern="1200">
                <a:solidFill>
                  <a:schemeClr val="tx1">
                    <a:tint val="75000"/>
                  </a:schemeClr>
                </a:solidFill>
                <a:latin typeface="+mn-lt"/>
                <a:ea typeface="+mn-ea"/>
                <a:cs typeface="+mn-cs"/>
              </a:defRPr>
            </a:lvl3pPr>
            <a:lvl4pPr marL="1371600" indent="0" algn="ctr" defTabSz="457200" rtl="0" eaLnBrk="1" latinLnBrk="0" hangingPunct="1">
              <a:spcBef>
                <a:spcPct val="20000"/>
              </a:spcBef>
              <a:buFont typeface="Arial"/>
              <a:buNone/>
              <a:defRPr sz="2000" kern="1200">
                <a:solidFill>
                  <a:schemeClr val="tx1">
                    <a:tint val="75000"/>
                  </a:schemeClr>
                </a:solidFill>
                <a:latin typeface="+mn-lt"/>
                <a:ea typeface="+mn-ea"/>
                <a:cs typeface="+mn-cs"/>
              </a:defRPr>
            </a:lvl4pPr>
            <a:lvl5pPr marL="1828800" indent="0" algn="ctr" defTabSz="457200" rtl="0" eaLnBrk="1" latinLnBrk="0" hangingPunct="1">
              <a:spcBef>
                <a:spcPct val="20000"/>
              </a:spcBef>
              <a:buFont typeface="Arial"/>
              <a:buNone/>
              <a:defRPr sz="2000" kern="1200">
                <a:solidFill>
                  <a:schemeClr val="tx1">
                    <a:tint val="75000"/>
                  </a:schemeClr>
                </a:solidFill>
                <a:latin typeface="+mn-lt"/>
                <a:ea typeface="+mn-ea"/>
                <a:cs typeface="+mn-cs"/>
              </a:defRPr>
            </a:lvl5pPr>
            <a:lvl6pPr marL="2286000" indent="0" algn="ctr" defTabSz="457200" rtl="0" eaLnBrk="1" latinLnBrk="0" hangingPunct="1">
              <a:spcBef>
                <a:spcPct val="20000"/>
              </a:spcBef>
              <a:buFont typeface="Arial"/>
              <a:buNone/>
              <a:defRPr sz="2000" kern="1200">
                <a:solidFill>
                  <a:schemeClr val="tx1">
                    <a:tint val="75000"/>
                  </a:schemeClr>
                </a:solidFill>
                <a:latin typeface="+mn-lt"/>
                <a:ea typeface="+mn-ea"/>
                <a:cs typeface="+mn-cs"/>
              </a:defRPr>
            </a:lvl6pPr>
            <a:lvl7pPr marL="2743200" indent="0" algn="ctr" defTabSz="457200" rtl="0" eaLnBrk="1" latinLnBrk="0" hangingPunct="1">
              <a:spcBef>
                <a:spcPct val="20000"/>
              </a:spcBef>
              <a:buFont typeface="Arial"/>
              <a:buNone/>
              <a:defRPr sz="2000" kern="1200">
                <a:solidFill>
                  <a:schemeClr val="tx1">
                    <a:tint val="75000"/>
                  </a:schemeClr>
                </a:solidFill>
                <a:latin typeface="+mn-lt"/>
                <a:ea typeface="+mn-ea"/>
                <a:cs typeface="+mn-cs"/>
              </a:defRPr>
            </a:lvl7pPr>
            <a:lvl8pPr marL="3200400" indent="0" algn="ctr" defTabSz="457200" rtl="0" eaLnBrk="1" latinLnBrk="0" hangingPunct="1">
              <a:spcBef>
                <a:spcPct val="20000"/>
              </a:spcBef>
              <a:buFont typeface="Arial"/>
              <a:buNone/>
              <a:defRPr sz="2000" kern="1200">
                <a:solidFill>
                  <a:schemeClr val="tx1">
                    <a:tint val="75000"/>
                  </a:schemeClr>
                </a:solidFill>
                <a:latin typeface="+mn-lt"/>
                <a:ea typeface="+mn-ea"/>
                <a:cs typeface="+mn-cs"/>
              </a:defRPr>
            </a:lvl8pPr>
            <a:lvl9pPr marL="3657600" indent="0" algn="ctr" defTabSz="457200" rtl="0" eaLnBrk="1" latinLnBrk="0" hangingPunct="1">
              <a:spcBef>
                <a:spcPct val="20000"/>
              </a:spcBef>
              <a:buFont typeface="Arial"/>
              <a:buNone/>
              <a:defRPr sz="2000" kern="1200">
                <a:solidFill>
                  <a:schemeClr val="tx1">
                    <a:tint val="75000"/>
                  </a:schemeClr>
                </a:solidFill>
                <a:latin typeface="+mn-lt"/>
                <a:ea typeface="+mn-ea"/>
                <a:cs typeface="+mn-cs"/>
              </a:defRPr>
            </a:lvl9pPr>
          </a:lstStyle>
          <a:p>
            <a:pPr algn="l">
              <a:lnSpc>
                <a:spcPts val="3588"/>
              </a:lnSpc>
              <a:spcBef>
                <a:spcPts val="0"/>
              </a:spcBef>
            </a:pPr>
            <a:r>
              <a:rPr lang="en-GB" sz="1957" b="1" dirty="0">
                <a:solidFill>
                  <a:srgbClr val="0F1012"/>
                </a:solidFill>
                <a:latin typeface="Open Sans SemiBold" panose="020B0606030504020204" pitchFamily="34" charset="0"/>
                <a:ea typeface="Open Sans SemiBold" panose="020B0606030504020204" pitchFamily="34" charset="0"/>
                <a:cs typeface="Open Sans SemiBold" panose="020B0606030504020204" pitchFamily="34" charset="0"/>
              </a:rPr>
              <a:t>Research compendiums</a:t>
            </a:r>
          </a:p>
        </p:txBody>
      </p:sp>
      <p:sp>
        <p:nvSpPr>
          <p:cNvPr id="15" name="Subtitel 2">
            <a:extLst>
              <a:ext uri="{FF2B5EF4-FFF2-40B4-BE49-F238E27FC236}">
                <a16:creationId xmlns:a16="http://schemas.microsoft.com/office/drawing/2014/main" id="{971DF3E1-5087-CD12-DC9F-2F9B7F82525F}"/>
              </a:ext>
            </a:extLst>
          </p:cNvPr>
          <p:cNvSpPr txBox="1">
            <a:spLocks/>
          </p:cNvSpPr>
          <p:nvPr/>
        </p:nvSpPr>
        <p:spPr>
          <a:xfrm>
            <a:off x="22917431" y="12656036"/>
            <a:ext cx="8786936" cy="815031"/>
          </a:xfrm>
          <a:prstGeom prst="rect">
            <a:avLst/>
          </a:prstGeom>
          <a:noFill/>
        </p:spPr>
        <p:txBody>
          <a:bodyPr vert="horz" wrap="square" lIns="0" tIns="0" rIns="0" bIns="0" rtlCol="0">
            <a:spAutoFit/>
          </a:bodyPr>
          <a:lstStyle>
            <a:lvl1pPr marL="0" indent="0" algn="ctr" defTabSz="457200" rtl="0" eaLnBrk="1" latinLnBrk="0" hangingPunct="1">
              <a:spcBef>
                <a:spcPct val="20000"/>
              </a:spcBef>
              <a:buFont typeface="Arial"/>
              <a:buNone/>
              <a:defRPr sz="3200" kern="1200">
                <a:solidFill>
                  <a:schemeClr val="tx1">
                    <a:tint val="75000"/>
                  </a:schemeClr>
                </a:solidFill>
                <a:latin typeface="+mn-lt"/>
                <a:ea typeface="+mn-ea"/>
                <a:cs typeface="+mn-cs"/>
              </a:defRPr>
            </a:lvl1pPr>
            <a:lvl2pPr marL="457200" indent="0" algn="ctr" defTabSz="457200" rtl="0" eaLnBrk="1" latinLnBrk="0" hangingPunct="1">
              <a:spcBef>
                <a:spcPct val="20000"/>
              </a:spcBef>
              <a:buFont typeface="Arial"/>
              <a:buNone/>
              <a:defRPr sz="2800" kern="1200">
                <a:solidFill>
                  <a:schemeClr val="tx1">
                    <a:tint val="75000"/>
                  </a:schemeClr>
                </a:solidFill>
                <a:latin typeface="+mn-lt"/>
                <a:ea typeface="+mn-ea"/>
                <a:cs typeface="+mn-cs"/>
              </a:defRPr>
            </a:lvl2pPr>
            <a:lvl3pPr marL="914400" indent="0" algn="ctr" defTabSz="457200" rtl="0" eaLnBrk="1" latinLnBrk="0" hangingPunct="1">
              <a:spcBef>
                <a:spcPct val="20000"/>
              </a:spcBef>
              <a:buFont typeface="Arial"/>
              <a:buNone/>
              <a:defRPr sz="2400" kern="1200">
                <a:solidFill>
                  <a:schemeClr val="tx1">
                    <a:tint val="75000"/>
                  </a:schemeClr>
                </a:solidFill>
                <a:latin typeface="+mn-lt"/>
                <a:ea typeface="+mn-ea"/>
                <a:cs typeface="+mn-cs"/>
              </a:defRPr>
            </a:lvl3pPr>
            <a:lvl4pPr marL="1371600" indent="0" algn="ctr" defTabSz="457200" rtl="0" eaLnBrk="1" latinLnBrk="0" hangingPunct="1">
              <a:spcBef>
                <a:spcPct val="20000"/>
              </a:spcBef>
              <a:buFont typeface="Arial"/>
              <a:buNone/>
              <a:defRPr sz="2000" kern="1200">
                <a:solidFill>
                  <a:schemeClr val="tx1">
                    <a:tint val="75000"/>
                  </a:schemeClr>
                </a:solidFill>
                <a:latin typeface="+mn-lt"/>
                <a:ea typeface="+mn-ea"/>
                <a:cs typeface="+mn-cs"/>
              </a:defRPr>
            </a:lvl4pPr>
            <a:lvl5pPr marL="1828800" indent="0" algn="ctr" defTabSz="457200" rtl="0" eaLnBrk="1" latinLnBrk="0" hangingPunct="1">
              <a:spcBef>
                <a:spcPct val="20000"/>
              </a:spcBef>
              <a:buFont typeface="Arial"/>
              <a:buNone/>
              <a:defRPr sz="2000" kern="1200">
                <a:solidFill>
                  <a:schemeClr val="tx1">
                    <a:tint val="75000"/>
                  </a:schemeClr>
                </a:solidFill>
                <a:latin typeface="+mn-lt"/>
                <a:ea typeface="+mn-ea"/>
                <a:cs typeface="+mn-cs"/>
              </a:defRPr>
            </a:lvl5pPr>
            <a:lvl6pPr marL="2286000" indent="0" algn="ctr" defTabSz="457200" rtl="0" eaLnBrk="1" latinLnBrk="0" hangingPunct="1">
              <a:spcBef>
                <a:spcPct val="20000"/>
              </a:spcBef>
              <a:buFont typeface="Arial"/>
              <a:buNone/>
              <a:defRPr sz="2000" kern="1200">
                <a:solidFill>
                  <a:schemeClr val="tx1">
                    <a:tint val="75000"/>
                  </a:schemeClr>
                </a:solidFill>
                <a:latin typeface="+mn-lt"/>
                <a:ea typeface="+mn-ea"/>
                <a:cs typeface="+mn-cs"/>
              </a:defRPr>
            </a:lvl6pPr>
            <a:lvl7pPr marL="2743200" indent="0" algn="ctr" defTabSz="457200" rtl="0" eaLnBrk="1" latinLnBrk="0" hangingPunct="1">
              <a:spcBef>
                <a:spcPct val="20000"/>
              </a:spcBef>
              <a:buFont typeface="Arial"/>
              <a:buNone/>
              <a:defRPr sz="2000" kern="1200">
                <a:solidFill>
                  <a:schemeClr val="tx1">
                    <a:tint val="75000"/>
                  </a:schemeClr>
                </a:solidFill>
                <a:latin typeface="+mn-lt"/>
                <a:ea typeface="+mn-ea"/>
                <a:cs typeface="+mn-cs"/>
              </a:defRPr>
            </a:lvl7pPr>
            <a:lvl8pPr marL="3200400" indent="0" algn="ctr" defTabSz="457200" rtl="0" eaLnBrk="1" latinLnBrk="0" hangingPunct="1">
              <a:spcBef>
                <a:spcPct val="20000"/>
              </a:spcBef>
              <a:buFont typeface="Arial"/>
              <a:buNone/>
              <a:defRPr sz="2000" kern="1200">
                <a:solidFill>
                  <a:schemeClr val="tx1">
                    <a:tint val="75000"/>
                  </a:schemeClr>
                </a:solidFill>
                <a:latin typeface="+mn-lt"/>
                <a:ea typeface="+mn-ea"/>
                <a:cs typeface="+mn-cs"/>
              </a:defRPr>
            </a:lvl8pPr>
            <a:lvl9pPr marL="3657600" indent="0" algn="ctr" defTabSz="457200" rtl="0" eaLnBrk="1" latinLnBrk="0" hangingPunct="1">
              <a:spcBef>
                <a:spcPct val="20000"/>
              </a:spcBef>
              <a:buFont typeface="Arial"/>
              <a:buNone/>
              <a:defRPr sz="2000" kern="1200">
                <a:solidFill>
                  <a:schemeClr val="tx1">
                    <a:tint val="75000"/>
                  </a:schemeClr>
                </a:solidFill>
                <a:latin typeface="+mn-lt"/>
                <a:ea typeface="+mn-ea"/>
                <a:cs typeface="+mn-cs"/>
              </a:defRPr>
            </a:lvl9pPr>
          </a:lstStyle>
          <a:p>
            <a:pPr algn="l">
              <a:lnSpc>
                <a:spcPts val="3588"/>
              </a:lnSpc>
              <a:spcBef>
                <a:spcPts val="0"/>
              </a:spcBef>
            </a:pPr>
            <a:r>
              <a:rPr lang="en-GB" sz="2392" b="1" dirty="0">
                <a:solidFill>
                  <a:srgbClr val="C10033"/>
                </a:solidFill>
                <a:latin typeface="Open Sans" panose="020B0606030504020204" pitchFamily="34" charset="0"/>
                <a:ea typeface="Open Sans" panose="020B0606030504020204" pitchFamily="34" charset="0"/>
                <a:cs typeface="Open Sans" panose="020B0606030504020204" pitchFamily="34" charset="0"/>
              </a:rPr>
              <a:t>Figure 2</a:t>
            </a:r>
          </a:p>
          <a:p>
            <a:pPr algn="l">
              <a:lnSpc>
                <a:spcPts val="3044"/>
              </a:lnSpc>
              <a:spcBef>
                <a:spcPts val="0"/>
              </a:spcBef>
            </a:pPr>
            <a:r>
              <a:rPr lang="en-GB" sz="1957" b="1" dirty="0">
                <a:solidFill>
                  <a:srgbClr val="0F1012"/>
                </a:solidFill>
                <a:latin typeface="Open Sans SemiBold" panose="020B0606030504020204" pitchFamily="34" charset="0"/>
                <a:ea typeface="Open Sans SemiBold" panose="020B0606030504020204" pitchFamily="34" charset="0"/>
                <a:cs typeface="Open Sans SemiBold" panose="020B0606030504020204" pitchFamily="34" charset="0"/>
              </a:rPr>
              <a:t>Resources </a:t>
            </a:r>
            <a:r>
              <a:rPr lang="en-GB" sz="1957" b="1" i="1" dirty="0">
                <a:solidFill>
                  <a:srgbClr val="0F1012"/>
                </a:solidFill>
                <a:latin typeface="Open Sans SemiBold" panose="020B0606030504020204" pitchFamily="34" charset="0"/>
                <a:ea typeface="Open Sans SemiBold" panose="020B0606030504020204" pitchFamily="34" charset="0"/>
                <a:cs typeface="Open Sans SemiBold" panose="020B0606030504020204" pitchFamily="34" charset="0"/>
              </a:rPr>
              <a:t>not</a:t>
            </a:r>
            <a:r>
              <a:rPr lang="en-GB" sz="1957" b="1" dirty="0">
                <a:solidFill>
                  <a:srgbClr val="0F1012"/>
                </a:solidFill>
                <a:latin typeface="Open Sans SemiBold" panose="020B0606030504020204" pitchFamily="34" charset="0"/>
                <a:ea typeface="Open Sans SemiBold" panose="020B0606030504020204" pitchFamily="34" charset="0"/>
                <a:cs typeface="Open Sans SemiBold" panose="020B0606030504020204" pitchFamily="34" charset="0"/>
              </a:rPr>
              <a:t> yet utilized in our course. Should they?</a:t>
            </a:r>
          </a:p>
        </p:txBody>
      </p:sp>
      <p:pic>
        <p:nvPicPr>
          <p:cNvPr id="21" name="Picture 20">
            <a:extLst>
              <a:ext uri="{FF2B5EF4-FFF2-40B4-BE49-F238E27FC236}">
                <a16:creationId xmlns:a16="http://schemas.microsoft.com/office/drawing/2014/main" id="{54D61A8F-2CA6-A5F4-B6F3-EC01F66583B4}"/>
              </a:ext>
            </a:extLst>
          </p:cNvPr>
          <p:cNvPicPr>
            <a:picLocks noChangeAspect="1"/>
          </p:cNvPicPr>
          <p:nvPr/>
        </p:nvPicPr>
        <p:blipFill>
          <a:blip r:embed="rId12"/>
          <a:stretch>
            <a:fillRect/>
          </a:stretch>
        </p:blipFill>
        <p:spPr>
          <a:xfrm>
            <a:off x="28334685" y="14674191"/>
            <a:ext cx="2320955" cy="748695"/>
          </a:xfrm>
          <a:prstGeom prst="rect">
            <a:avLst/>
          </a:prstGeom>
        </p:spPr>
      </p:pic>
      <p:pic>
        <p:nvPicPr>
          <p:cNvPr id="26" name="Picture 25">
            <a:extLst>
              <a:ext uri="{FF2B5EF4-FFF2-40B4-BE49-F238E27FC236}">
                <a16:creationId xmlns:a16="http://schemas.microsoft.com/office/drawing/2014/main" id="{0873B267-8CD4-0F03-0F19-6AF4739C1DCE}"/>
              </a:ext>
            </a:extLst>
          </p:cNvPr>
          <p:cNvPicPr>
            <a:picLocks noChangeAspect="1"/>
          </p:cNvPicPr>
          <p:nvPr/>
        </p:nvPicPr>
        <p:blipFill>
          <a:blip r:embed="rId13"/>
          <a:stretch>
            <a:fillRect/>
          </a:stretch>
        </p:blipFill>
        <p:spPr>
          <a:xfrm>
            <a:off x="10680969" y="15698523"/>
            <a:ext cx="1714015" cy="1978258"/>
          </a:xfrm>
          <a:prstGeom prst="rect">
            <a:avLst/>
          </a:prstGeom>
        </p:spPr>
      </p:pic>
      <p:pic>
        <p:nvPicPr>
          <p:cNvPr id="1028" name="Picture 4" descr="Zenodo - Wikipedia">
            <a:extLst>
              <a:ext uri="{FF2B5EF4-FFF2-40B4-BE49-F238E27FC236}">
                <a16:creationId xmlns:a16="http://schemas.microsoft.com/office/drawing/2014/main" id="{70898827-746B-B03C-1E03-AE8AF6649C01}"/>
              </a:ext>
            </a:extLst>
          </p:cNvPr>
          <p:cNvPicPr>
            <a:picLocks noChangeAspect="1" noChangeArrowheads="1"/>
          </p:cNvPicPr>
          <p:nvPr/>
        </p:nvPicPr>
        <p:blipFill>
          <a:blip r:embed="rId14">
            <a:extLst>
              <a:ext uri="{28A0092B-C50C-407E-A947-70E740481C1C}">
                <a14:useLocalDpi xmlns:a14="http://schemas.microsoft.com/office/drawing/2010/main" val="0"/>
              </a:ext>
            </a:extLst>
          </a:blip>
          <a:srcRect/>
          <a:stretch>
            <a:fillRect/>
          </a:stretch>
        </p:blipFill>
        <p:spPr bwMode="auto">
          <a:xfrm>
            <a:off x="17179280" y="16863786"/>
            <a:ext cx="2815578" cy="1021782"/>
          </a:xfrm>
          <a:prstGeom prst="rect">
            <a:avLst/>
          </a:prstGeom>
          <a:noFill/>
          <a:extLst>
            <a:ext uri="{909E8E84-426E-40DD-AFC4-6F175D3DCCD1}">
              <a14:hiddenFill xmlns:a14="http://schemas.microsoft.com/office/drawing/2010/main">
                <a:solidFill>
                  <a:srgbClr val="FFFFFF"/>
                </a:solidFill>
              </a14:hiddenFill>
            </a:ext>
          </a:extLst>
        </p:spPr>
      </p:pic>
      <p:pic>
        <p:nvPicPr>
          <p:cNvPr id="1030" name="Picture 6" descr="The Carpentries">
            <a:extLst>
              <a:ext uri="{FF2B5EF4-FFF2-40B4-BE49-F238E27FC236}">
                <a16:creationId xmlns:a16="http://schemas.microsoft.com/office/drawing/2014/main" id="{CD9DC247-3C62-0B17-2490-AF5763DFB669}"/>
              </a:ext>
            </a:extLst>
          </p:cNvPr>
          <p:cNvPicPr>
            <a:picLocks noChangeAspect="1" noChangeArrowheads="1"/>
          </p:cNvPicPr>
          <p:nvPr/>
        </p:nvPicPr>
        <p:blipFill rotWithShape="1">
          <a:blip r:embed="rId15">
            <a:extLst>
              <a:ext uri="{28A0092B-C50C-407E-A947-70E740481C1C}">
                <a14:useLocalDpi xmlns:a14="http://schemas.microsoft.com/office/drawing/2010/main" val="0"/>
              </a:ext>
            </a:extLst>
          </a:blip>
          <a:srcRect t="20737" b="20738"/>
          <a:stretch/>
        </p:blipFill>
        <p:spPr bwMode="auto">
          <a:xfrm>
            <a:off x="28412970" y="13767063"/>
            <a:ext cx="2432960" cy="748695"/>
          </a:xfrm>
          <a:prstGeom prst="rect">
            <a:avLst/>
          </a:prstGeom>
          <a:noFill/>
          <a:extLst>
            <a:ext uri="{909E8E84-426E-40DD-AFC4-6F175D3DCCD1}">
              <a14:hiddenFill xmlns:a14="http://schemas.microsoft.com/office/drawing/2010/main">
                <a:solidFill>
                  <a:srgbClr val="FFFFFF"/>
                </a:solidFill>
              </a14:hiddenFill>
            </a:ext>
          </a:extLst>
        </p:spPr>
      </p:pic>
      <p:pic>
        <p:nvPicPr>
          <p:cNvPr id="28" name="Picture 27">
            <a:extLst>
              <a:ext uri="{FF2B5EF4-FFF2-40B4-BE49-F238E27FC236}">
                <a16:creationId xmlns:a16="http://schemas.microsoft.com/office/drawing/2014/main" id="{5B1CFBB2-3EED-7553-D630-F2BECE48654E}"/>
              </a:ext>
            </a:extLst>
          </p:cNvPr>
          <p:cNvPicPr>
            <a:picLocks noChangeAspect="1"/>
          </p:cNvPicPr>
          <p:nvPr/>
        </p:nvPicPr>
        <p:blipFill>
          <a:blip r:embed="rId16"/>
          <a:stretch>
            <a:fillRect/>
          </a:stretch>
        </p:blipFill>
        <p:spPr>
          <a:xfrm>
            <a:off x="17179280" y="13723656"/>
            <a:ext cx="2815578" cy="2878147"/>
          </a:xfrm>
          <a:prstGeom prst="rect">
            <a:avLst/>
          </a:prstGeom>
        </p:spPr>
      </p:pic>
      <p:pic>
        <p:nvPicPr>
          <p:cNvPr id="30" name="Picture 29">
            <a:extLst>
              <a:ext uri="{FF2B5EF4-FFF2-40B4-BE49-F238E27FC236}">
                <a16:creationId xmlns:a16="http://schemas.microsoft.com/office/drawing/2014/main" id="{68D73627-779A-FB31-08F5-8CB2D76D09ED}"/>
              </a:ext>
            </a:extLst>
          </p:cNvPr>
          <p:cNvPicPr>
            <a:picLocks noChangeAspect="1"/>
          </p:cNvPicPr>
          <p:nvPr/>
        </p:nvPicPr>
        <p:blipFill rotWithShape="1">
          <a:blip r:embed="rId17"/>
          <a:srcRect l="27254" t="-162" r="25722" b="-4151"/>
          <a:stretch>
            <a:fillRect/>
          </a:stretch>
        </p:blipFill>
        <p:spPr>
          <a:xfrm>
            <a:off x="14706873" y="15578000"/>
            <a:ext cx="1924015" cy="2134006"/>
          </a:xfrm>
          <a:prstGeom prst="rect">
            <a:avLst/>
          </a:prstGeom>
        </p:spPr>
      </p:pic>
      <p:sp>
        <p:nvSpPr>
          <p:cNvPr id="31" name="Subtitel 2">
            <a:extLst>
              <a:ext uri="{FF2B5EF4-FFF2-40B4-BE49-F238E27FC236}">
                <a16:creationId xmlns:a16="http://schemas.microsoft.com/office/drawing/2014/main" id="{06BEB7B0-2FE6-E7EF-AA65-5A77E6FD74E9}"/>
              </a:ext>
            </a:extLst>
          </p:cNvPr>
          <p:cNvSpPr txBox="1">
            <a:spLocks/>
          </p:cNvSpPr>
          <p:nvPr/>
        </p:nvSpPr>
        <p:spPr>
          <a:xfrm>
            <a:off x="8767717" y="13701945"/>
            <a:ext cx="3404703" cy="411075"/>
          </a:xfrm>
          <a:prstGeom prst="rect">
            <a:avLst/>
          </a:prstGeom>
          <a:noFill/>
        </p:spPr>
        <p:txBody>
          <a:bodyPr vert="horz" wrap="square" lIns="0" tIns="0" rIns="0" bIns="0" rtlCol="0">
            <a:spAutoFit/>
          </a:bodyPr>
          <a:lstStyle>
            <a:lvl1pPr marL="0" indent="0" algn="ctr" defTabSz="457200" rtl="0" eaLnBrk="1" latinLnBrk="0" hangingPunct="1">
              <a:spcBef>
                <a:spcPct val="20000"/>
              </a:spcBef>
              <a:buFont typeface="Arial"/>
              <a:buNone/>
              <a:defRPr sz="3200" kern="1200">
                <a:solidFill>
                  <a:schemeClr val="tx1">
                    <a:tint val="75000"/>
                  </a:schemeClr>
                </a:solidFill>
                <a:latin typeface="+mn-lt"/>
                <a:ea typeface="+mn-ea"/>
                <a:cs typeface="+mn-cs"/>
              </a:defRPr>
            </a:lvl1pPr>
            <a:lvl2pPr marL="457200" indent="0" algn="ctr" defTabSz="457200" rtl="0" eaLnBrk="1" latinLnBrk="0" hangingPunct="1">
              <a:spcBef>
                <a:spcPct val="20000"/>
              </a:spcBef>
              <a:buFont typeface="Arial"/>
              <a:buNone/>
              <a:defRPr sz="2800" kern="1200">
                <a:solidFill>
                  <a:schemeClr val="tx1">
                    <a:tint val="75000"/>
                  </a:schemeClr>
                </a:solidFill>
                <a:latin typeface="+mn-lt"/>
                <a:ea typeface="+mn-ea"/>
                <a:cs typeface="+mn-cs"/>
              </a:defRPr>
            </a:lvl2pPr>
            <a:lvl3pPr marL="914400" indent="0" algn="ctr" defTabSz="457200" rtl="0" eaLnBrk="1" latinLnBrk="0" hangingPunct="1">
              <a:spcBef>
                <a:spcPct val="20000"/>
              </a:spcBef>
              <a:buFont typeface="Arial"/>
              <a:buNone/>
              <a:defRPr sz="2400" kern="1200">
                <a:solidFill>
                  <a:schemeClr val="tx1">
                    <a:tint val="75000"/>
                  </a:schemeClr>
                </a:solidFill>
                <a:latin typeface="+mn-lt"/>
                <a:ea typeface="+mn-ea"/>
                <a:cs typeface="+mn-cs"/>
              </a:defRPr>
            </a:lvl3pPr>
            <a:lvl4pPr marL="1371600" indent="0" algn="ctr" defTabSz="457200" rtl="0" eaLnBrk="1" latinLnBrk="0" hangingPunct="1">
              <a:spcBef>
                <a:spcPct val="20000"/>
              </a:spcBef>
              <a:buFont typeface="Arial"/>
              <a:buNone/>
              <a:defRPr sz="2000" kern="1200">
                <a:solidFill>
                  <a:schemeClr val="tx1">
                    <a:tint val="75000"/>
                  </a:schemeClr>
                </a:solidFill>
                <a:latin typeface="+mn-lt"/>
                <a:ea typeface="+mn-ea"/>
                <a:cs typeface="+mn-cs"/>
              </a:defRPr>
            </a:lvl4pPr>
            <a:lvl5pPr marL="1828800" indent="0" algn="ctr" defTabSz="457200" rtl="0" eaLnBrk="1" latinLnBrk="0" hangingPunct="1">
              <a:spcBef>
                <a:spcPct val="20000"/>
              </a:spcBef>
              <a:buFont typeface="Arial"/>
              <a:buNone/>
              <a:defRPr sz="2000" kern="1200">
                <a:solidFill>
                  <a:schemeClr val="tx1">
                    <a:tint val="75000"/>
                  </a:schemeClr>
                </a:solidFill>
                <a:latin typeface="+mn-lt"/>
                <a:ea typeface="+mn-ea"/>
                <a:cs typeface="+mn-cs"/>
              </a:defRPr>
            </a:lvl5pPr>
            <a:lvl6pPr marL="2286000" indent="0" algn="ctr" defTabSz="457200" rtl="0" eaLnBrk="1" latinLnBrk="0" hangingPunct="1">
              <a:spcBef>
                <a:spcPct val="20000"/>
              </a:spcBef>
              <a:buFont typeface="Arial"/>
              <a:buNone/>
              <a:defRPr sz="2000" kern="1200">
                <a:solidFill>
                  <a:schemeClr val="tx1">
                    <a:tint val="75000"/>
                  </a:schemeClr>
                </a:solidFill>
                <a:latin typeface="+mn-lt"/>
                <a:ea typeface="+mn-ea"/>
                <a:cs typeface="+mn-cs"/>
              </a:defRPr>
            </a:lvl6pPr>
            <a:lvl7pPr marL="2743200" indent="0" algn="ctr" defTabSz="457200" rtl="0" eaLnBrk="1" latinLnBrk="0" hangingPunct="1">
              <a:spcBef>
                <a:spcPct val="20000"/>
              </a:spcBef>
              <a:buFont typeface="Arial"/>
              <a:buNone/>
              <a:defRPr sz="2000" kern="1200">
                <a:solidFill>
                  <a:schemeClr val="tx1">
                    <a:tint val="75000"/>
                  </a:schemeClr>
                </a:solidFill>
                <a:latin typeface="+mn-lt"/>
                <a:ea typeface="+mn-ea"/>
                <a:cs typeface="+mn-cs"/>
              </a:defRPr>
            </a:lvl7pPr>
            <a:lvl8pPr marL="3200400" indent="0" algn="ctr" defTabSz="457200" rtl="0" eaLnBrk="1" latinLnBrk="0" hangingPunct="1">
              <a:spcBef>
                <a:spcPct val="20000"/>
              </a:spcBef>
              <a:buFont typeface="Arial"/>
              <a:buNone/>
              <a:defRPr sz="2000" kern="1200">
                <a:solidFill>
                  <a:schemeClr val="tx1">
                    <a:tint val="75000"/>
                  </a:schemeClr>
                </a:solidFill>
                <a:latin typeface="+mn-lt"/>
                <a:ea typeface="+mn-ea"/>
                <a:cs typeface="+mn-cs"/>
              </a:defRPr>
            </a:lvl8pPr>
            <a:lvl9pPr marL="3657600" indent="0" algn="ctr" defTabSz="457200" rtl="0" eaLnBrk="1" latinLnBrk="0" hangingPunct="1">
              <a:spcBef>
                <a:spcPct val="20000"/>
              </a:spcBef>
              <a:buFont typeface="Arial"/>
              <a:buNone/>
              <a:defRPr sz="2000" kern="1200">
                <a:solidFill>
                  <a:schemeClr val="tx1">
                    <a:tint val="75000"/>
                  </a:schemeClr>
                </a:solidFill>
                <a:latin typeface="+mn-lt"/>
                <a:ea typeface="+mn-ea"/>
                <a:cs typeface="+mn-cs"/>
              </a:defRPr>
            </a:lvl9pPr>
          </a:lstStyle>
          <a:p>
            <a:pPr algn="l">
              <a:lnSpc>
                <a:spcPts val="3588"/>
              </a:lnSpc>
              <a:spcBef>
                <a:spcPts val="0"/>
              </a:spcBef>
            </a:pPr>
            <a:r>
              <a:rPr lang="en-GB" sz="1957" b="1" dirty="0">
                <a:solidFill>
                  <a:srgbClr val="0F1012"/>
                </a:solidFill>
                <a:latin typeface="Open Sans SemiBold" panose="020B0606030504020204" pitchFamily="34" charset="0"/>
                <a:ea typeface="Open Sans SemiBold" panose="020B0606030504020204" pitchFamily="34" charset="0"/>
                <a:cs typeface="Open Sans SemiBold" panose="020B0606030504020204" pitchFamily="34" charset="0"/>
              </a:rPr>
              <a:t>Licensing</a:t>
            </a:r>
          </a:p>
        </p:txBody>
      </p:sp>
      <p:pic>
        <p:nvPicPr>
          <p:cNvPr id="33" name="Picture 32">
            <a:extLst>
              <a:ext uri="{FF2B5EF4-FFF2-40B4-BE49-F238E27FC236}">
                <a16:creationId xmlns:a16="http://schemas.microsoft.com/office/drawing/2014/main" id="{1A702B51-9080-3ACB-D0ED-2E97B45EEC26}"/>
              </a:ext>
            </a:extLst>
          </p:cNvPr>
          <p:cNvPicPr>
            <a:picLocks noChangeAspect="1"/>
          </p:cNvPicPr>
          <p:nvPr/>
        </p:nvPicPr>
        <p:blipFill>
          <a:blip r:embed="rId18"/>
          <a:stretch>
            <a:fillRect/>
          </a:stretch>
        </p:blipFill>
        <p:spPr>
          <a:xfrm>
            <a:off x="8732123" y="16391214"/>
            <a:ext cx="1314784" cy="1285567"/>
          </a:xfrm>
          <a:prstGeom prst="rect">
            <a:avLst/>
          </a:prstGeom>
        </p:spPr>
      </p:pic>
      <p:pic>
        <p:nvPicPr>
          <p:cNvPr id="6" name="Picture 5">
            <a:extLst>
              <a:ext uri="{FF2B5EF4-FFF2-40B4-BE49-F238E27FC236}">
                <a16:creationId xmlns:a16="http://schemas.microsoft.com/office/drawing/2014/main" id="{38C9F50B-D269-E5E0-2076-3521BAAAA80C}"/>
              </a:ext>
            </a:extLst>
          </p:cNvPr>
          <p:cNvPicPr>
            <a:picLocks noChangeAspect="1"/>
          </p:cNvPicPr>
          <p:nvPr/>
        </p:nvPicPr>
        <p:blipFill>
          <a:blip r:embed="rId19"/>
          <a:stretch>
            <a:fillRect/>
          </a:stretch>
        </p:blipFill>
        <p:spPr>
          <a:xfrm>
            <a:off x="8488497" y="13640408"/>
            <a:ext cx="1940904" cy="1940904"/>
          </a:xfrm>
          <a:prstGeom prst="rect">
            <a:avLst/>
          </a:prstGeom>
        </p:spPr>
      </p:pic>
      <p:sp>
        <p:nvSpPr>
          <p:cNvPr id="17" name="TextBox 16">
            <a:extLst>
              <a:ext uri="{FF2B5EF4-FFF2-40B4-BE49-F238E27FC236}">
                <a16:creationId xmlns:a16="http://schemas.microsoft.com/office/drawing/2014/main" id="{B8B69A1C-8362-997E-5D84-F912D7C40B86}"/>
              </a:ext>
            </a:extLst>
          </p:cNvPr>
          <p:cNvSpPr txBox="1"/>
          <p:nvPr/>
        </p:nvSpPr>
        <p:spPr>
          <a:xfrm>
            <a:off x="40509872" y="18952621"/>
            <a:ext cx="17749006" cy="1754326"/>
          </a:xfrm>
          <a:prstGeom prst="rect">
            <a:avLst/>
          </a:prstGeom>
          <a:noFill/>
        </p:spPr>
        <p:txBody>
          <a:bodyPr wrap="square">
            <a:spAutoFit/>
          </a:bodyPr>
          <a:lstStyle/>
          <a:p>
            <a:r>
              <a:rPr lang="en-US" sz="1800" dirty="0">
                <a:solidFill>
                  <a:srgbClr val="0F1012"/>
                </a:solidFill>
                <a:latin typeface="Open Sans" panose="020B0606030504020204" pitchFamily="34" charset="0"/>
                <a:ea typeface="Open Sans" panose="020B0606030504020204" pitchFamily="34" charset="0"/>
                <a:cs typeface="Open Sans" panose="020B0606030504020204" pitchFamily="34" charset="0"/>
              </a:rPr>
              <a:t>The principles underlying a CODECHECK:</a:t>
            </a:r>
          </a:p>
          <a:p>
            <a:pPr marL="342900" indent="-342900">
              <a:buFontTx/>
              <a:buChar char="-"/>
            </a:pPr>
            <a:r>
              <a:rPr lang="en-US" sz="1800" dirty="0" err="1">
                <a:solidFill>
                  <a:srgbClr val="0F1012"/>
                </a:solidFill>
                <a:latin typeface="Open Sans" panose="020B0606030504020204" pitchFamily="34" charset="0"/>
                <a:ea typeface="Open Sans" panose="020B0606030504020204" pitchFamily="34" charset="0"/>
                <a:cs typeface="Open Sans" panose="020B0606030504020204" pitchFamily="34" charset="0"/>
              </a:rPr>
              <a:t>Codecheckers</a:t>
            </a:r>
            <a:r>
              <a:rPr lang="en-US" sz="1800" dirty="0">
                <a:solidFill>
                  <a:srgbClr val="0F1012"/>
                </a:solidFill>
                <a:latin typeface="Open Sans" panose="020B0606030504020204" pitchFamily="34" charset="0"/>
                <a:ea typeface="Open Sans" panose="020B0606030504020204" pitchFamily="34" charset="0"/>
                <a:cs typeface="Open Sans" panose="020B0606030504020204" pitchFamily="34" charset="0"/>
              </a:rPr>
              <a:t> record but don’t investigate or fix.</a:t>
            </a:r>
          </a:p>
          <a:p>
            <a:pPr marL="342900" indent="-342900">
              <a:buFontTx/>
              <a:buChar char="-"/>
            </a:pPr>
            <a:r>
              <a:rPr lang="en-US" sz="1800" dirty="0">
                <a:solidFill>
                  <a:srgbClr val="0F1012"/>
                </a:solidFill>
                <a:latin typeface="Open Sans" panose="020B0606030504020204" pitchFamily="34" charset="0"/>
                <a:ea typeface="Open Sans" panose="020B0606030504020204" pitchFamily="34" charset="0"/>
                <a:cs typeface="Open Sans" panose="020B0606030504020204" pitchFamily="34" charset="0"/>
              </a:rPr>
              <a:t>Communication between humans is key.</a:t>
            </a:r>
          </a:p>
          <a:p>
            <a:pPr marL="342900" indent="-342900">
              <a:buFontTx/>
              <a:buChar char="-"/>
            </a:pPr>
            <a:r>
              <a:rPr lang="en-US" sz="1800" dirty="0">
                <a:solidFill>
                  <a:srgbClr val="0F1012"/>
                </a:solidFill>
                <a:latin typeface="Open Sans" panose="020B0606030504020204" pitchFamily="34" charset="0"/>
                <a:ea typeface="Open Sans" panose="020B0606030504020204" pitchFamily="34" charset="0"/>
                <a:cs typeface="Open Sans" panose="020B0606030504020204" pitchFamily="34" charset="0"/>
              </a:rPr>
              <a:t>Credit is given to </a:t>
            </a:r>
            <a:r>
              <a:rPr lang="en-US" sz="1800" dirty="0" err="1">
                <a:solidFill>
                  <a:srgbClr val="0F1012"/>
                </a:solidFill>
                <a:latin typeface="Open Sans" panose="020B0606030504020204" pitchFamily="34" charset="0"/>
                <a:ea typeface="Open Sans" panose="020B0606030504020204" pitchFamily="34" charset="0"/>
                <a:cs typeface="Open Sans" panose="020B0606030504020204" pitchFamily="34" charset="0"/>
              </a:rPr>
              <a:t>codecheckers</a:t>
            </a:r>
            <a:r>
              <a:rPr lang="en-US" sz="1800" dirty="0">
                <a:solidFill>
                  <a:srgbClr val="0F1012"/>
                </a:solidFill>
                <a:latin typeface="Open Sans" panose="020B0606030504020204" pitchFamily="34" charset="0"/>
                <a:ea typeface="Open Sans" panose="020B0606030504020204" pitchFamily="34" charset="0"/>
                <a:cs typeface="Open Sans" panose="020B0606030504020204" pitchFamily="34" charset="0"/>
              </a:rPr>
              <a:t>.</a:t>
            </a:r>
          </a:p>
          <a:p>
            <a:pPr marL="342900" indent="-342900">
              <a:buFontTx/>
              <a:buChar char="-"/>
            </a:pPr>
            <a:r>
              <a:rPr lang="en-US" sz="1800" dirty="0">
                <a:solidFill>
                  <a:srgbClr val="0F1012"/>
                </a:solidFill>
                <a:latin typeface="Open Sans" panose="020B0606030504020204" pitchFamily="34" charset="0"/>
                <a:ea typeface="Open Sans" panose="020B0606030504020204" pitchFamily="34" charset="0"/>
                <a:cs typeface="Open Sans" panose="020B0606030504020204" pitchFamily="34" charset="0"/>
              </a:rPr>
              <a:t>Workflows must be auditable.</a:t>
            </a:r>
          </a:p>
          <a:p>
            <a:pPr marL="342900" indent="-342900">
              <a:buFontTx/>
              <a:buChar char="-"/>
            </a:pPr>
            <a:r>
              <a:rPr lang="en-US" sz="1800" dirty="0">
                <a:solidFill>
                  <a:srgbClr val="0F1012"/>
                </a:solidFill>
                <a:latin typeface="Open Sans" panose="020B0606030504020204" pitchFamily="34" charset="0"/>
                <a:ea typeface="Open Sans" panose="020B0606030504020204" pitchFamily="34" charset="0"/>
                <a:cs typeface="Open Sans" panose="020B0606030504020204" pitchFamily="34" charset="0"/>
              </a:rPr>
              <a:t>Open by default and transitional by disposition.</a:t>
            </a:r>
          </a:p>
        </p:txBody>
      </p:sp>
      <p:pic>
        <p:nvPicPr>
          <p:cNvPr id="20" name="Picture 19">
            <a:extLst>
              <a:ext uri="{FF2B5EF4-FFF2-40B4-BE49-F238E27FC236}">
                <a16:creationId xmlns:a16="http://schemas.microsoft.com/office/drawing/2014/main" id="{77A79C69-8A52-8ED2-74B0-CF32F67D1173}"/>
              </a:ext>
            </a:extLst>
          </p:cNvPr>
          <p:cNvPicPr>
            <a:picLocks noChangeAspect="1"/>
          </p:cNvPicPr>
          <p:nvPr/>
        </p:nvPicPr>
        <p:blipFill>
          <a:blip r:embed="rId20"/>
          <a:stretch>
            <a:fillRect/>
          </a:stretch>
        </p:blipFill>
        <p:spPr>
          <a:xfrm>
            <a:off x="22914412" y="16616180"/>
            <a:ext cx="6215177" cy="2356000"/>
          </a:xfrm>
          <a:prstGeom prst="rect">
            <a:avLst/>
          </a:prstGeom>
        </p:spPr>
      </p:pic>
      <p:sp>
        <p:nvSpPr>
          <p:cNvPr id="29" name="Subtitel 2">
            <a:extLst>
              <a:ext uri="{FF2B5EF4-FFF2-40B4-BE49-F238E27FC236}">
                <a16:creationId xmlns:a16="http://schemas.microsoft.com/office/drawing/2014/main" id="{A4C4D9E1-015F-558D-8E96-E6C94F50155A}"/>
              </a:ext>
            </a:extLst>
          </p:cNvPr>
          <p:cNvSpPr txBox="1">
            <a:spLocks/>
          </p:cNvSpPr>
          <p:nvPr/>
        </p:nvSpPr>
        <p:spPr>
          <a:xfrm>
            <a:off x="8930861" y="18365122"/>
            <a:ext cx="3404703" cy="411075"/>
          </a:xfrm>
          <a:prstGeom prst="rect">
            <a:avLst/>
          </a:prstGeom>
          <a:noFill/>
        </p:spPr>
        <p:txBody>
          <a:bodyPr vert="horz" wrap="square" lIns="0" tIns="0" rIns="0" bIns="0" rtlCol="0">
            <a:spAutoFit/>
          </a:bodyPr>
          <a:lstStyle>
            <a:lvl1pPr marL="0" indent="0" algn="ctr" defTabSz="457200" rtl="0" eaLnBrk="1" latinLnBrk="0" hangingPunct="1">
              <a:spcBef>
                <a:spcPct val="20000"/>
              </a:spcBef>
              <a:buFont typeface="Arial"/>
              <a:buNone/>
              <a:defRPr sz="3200" kern="1200">
                <a:solidFill>
                  <a:schemeClr val="tx1">
                    <a:tint val="75000"/>
                  </a:schemeClr>
                </a:solidFill>
                <a:latin typeface="+mn-lt"/>
                <a:ea typeface="+mn-ea"/>
                <a:cs typeface="+mn-cs"/>
              </a:defRPr>
            </a:lvl1pPr>
            <a:lvl2pPr marL="457200" indent="0" algn="ctr" defTabSz="457200" rtl="0" eaLnBrk="1" latinLnBrk="0" hangingPunct="1">
              <a:spcBef>
                <a:spcPct val="20000"/>
              </a:spcBef>
              <a:buFont typeface="Arial"/>
              <a:buNone/>
              <a:defRPr sz="2800" kern="1200">
                <a:solidFill>
                  <a:schemeClr val="tx1">
                    <a:tint val="75000"/>
                  </a:schemeClr>
                </a:solidFill>
                <a:latin typeface="+mn-lt"/>
                <a:ea typeface="+mn-ea"/>
                <a:cs typeface="+mn-cs"/>
              </a:defRPr>
            </a:lvl2pPr>
            <a:lvl3pPr marL="914400" indent="0" algn="ctr" defTabSz="457200" rtl="0" eaLnBrk="1" latinLnBrk="0" hangingPunct="1">
              <a:spcBef>
                <a:spcPct val="20000"/>
              </a:spcBef>
              <a:buFont typeface="Arial"/>
              <a:buNone/>
              <a:defRPr sz="2400" kern="1200">
                <a:solidFill>
                  <a:schemeClr val="tx1">
                    <a:tint val="75000"/>
                  </a:schemeClr>
                </a:solidFill>
                <a:latin typeface="+mn-lt"/>
                <a:ea typeface="+mn-ea"/>
                <a:cs typeface="+mn-cs"/>
              </a:defRPr>
            </a:lvl3pPr>
            <a:lvl4pPr marL="1371600" indent="0" algn="ctr" defTabSz="457200" rtl="0" eaLnBrk="1" latinLnBrk="0" hangingPunct="1">
              <a:spcBef>
                <a:spcPct val="20000"/>
              </a:spcBef>
              <a:buFont typeface="Arial"/>
              <a:buNone/>
              <a:defRPr sz="2000" kern="1200">
                <a:solidFill>
                  <a:schemeClr val="tx1">
                    <a:tint val="75000"/>
                  </a:schemeClr>
                </a:solidFill>
                <a:latin typeface="+mn-lt"/>
                <a:ea typeface="+mn-ea"/>
                <a:cs typeface="+mn-cs"/>
              </a:defRPr>
            </a:lvl4pPr>
            <a:lvl5pPr marL="1828800" indent="0" algn="ctr" defTabSz="457200" rtl="0" eaLnBrk="1" latinLnBrk="0" hangingPunct="1">
              <a:spcBef>
                <a:spcPct val="20000"/>
              </a:spcBef>
              <a:buFont typeface="Arial"/>
              <a:buNone/>
              <a:defRPr sz="2000" kern="1200">
                <a:solidFill>
                  <a:schemeClr val="tx1">
                    <a:tint val="75000"/>
                  </a:schemeClr>
                </a:solidFill>
                <a:latin typeface="+mn-lt"/>
                <a:ea typeface="+mn-ea"/>
                <a:cs typeface="+mn-cs"/>
              </a:defRPr>
            </a:lvl5pPr>
            <a:lvl6pPr marL="2286000" indent="0" algn="ctr" defTabSz="457200" rtl="0" eaLnBrk="1" latinLnBrk="0" hangingPunct="1">
              <a:spcBef>
                <a:spcPct val="20000"/>
              </a:spcBef>
              <a:buFont typeface="Arial"/>
              <a:buNone/>
              <a:defRPr sz="2000" kern="1200">
                <a:solidFill>
                  <a:schemeClr val="tx1">
                    <a:tint val="75000"/>
                  </a:schemeClr>
                </a:solidFill>
                <a:latin typeface="+mn-lt"/>
                <a:ea typeface="+mn-ea"/>
                <a:cs typeface="+mn-cs"/>
              </a:defRPr>
            </a:lvl6pPr>
            <a:lvl7pPr marL="2743200" indent="0" algn="ctr" defTabSz="457200" rtl="0" eaLnBrk="1" latinLnBrk="0" hangingPunct="1">
              <a:spcBef>
                <a:spcPct val="20000"/>
              </a:spcBef>
              <a:buFont typeface="Arial"/>
              <a:buNone/>
              <a:defRPr sz="2000" kern="1200">
                <a:solidFill>
                  <a:schemeClr val="tx1">
                    <a:tint val="75000"/>
                  </a:schemeClr>
                </a:solidFill>
                <a:latin typeface="+mn-lt"/>
                <a:ea typeface="+mn-ea"/>
                <a:cs typeface="+mn-cs"/>
              </a:defRPr>
            </a:lvl7pPr>
            <a:lvl8pPr marL="3200400" indent="0" algn="ctr" defTabSz="457200" rtl="0" eaLnBrk="1" latinLnBrk="0" hangingPunct="1">
              <a:spcBef>
                <a:spcPct val="20000"/>
              </a:spcBef>
              <a:buFont typeface="Arial"/>
              <a:buNone/>
              <a:defRPr sz="2000" kern="1200">
                <a:solidFill>
                  <a:schemeClr val="tx1">
                    <a:tint val="75000"/>
                  </a:schemeClr>
                </a:solidFill>
                <a:latin typeface="+mn-lt"/>
                <a:ea typeface="+mn-ea"/>
                <a:cs typeface="+mn-cs"/>
              </a:defRPr>
            </a:lvl8pPr>
            <a:lvl9pPr marL="3657600" indent="0" algn="ctr" defTabSz="457200" rtl="0" eaLnBrk="1" latinLnBrk="0" hangingPunct="1">
              <a:spcBef>
                <a:spcPct val="20000"/>
              </a:spcBef>
              <a:buFont typeface="Arial"/>
              <a:buNone/>
              <a:defRPr sz="2000" kern="1200">
                <a:solidFill>
                  <a:schemeClr val="tx1">
                    <a:tint val="75000"/>
                  </a:schemeClr>
                </a:solidFill>
                <a:latin typeface="+mn-lt"/>
                <a:ea typeface="+mn-ea"/>
                <a:cs typeface="+mn-cs"/>
              </a:defRPr>
            </a:lvl9pPr>
          </a:lstStyle>
          <a:p>
            <a:pPr algn="l">
              <a:lnSpc>
                <a:spcPts val="3588"/>
              </a:lnSpc>
              <a:spcBef>
                <a:spcPts val="0"/>
              </a:spcBef>
            </a:pPr>
            <a:r>
              <a:rPr lang="en-GB" sz="1957" b="1" dirty="0">
                <a:solidFill>
                  <a:srgbClr val="0F1012"/>
                </a:solidFill>
                <a:latin typeface="Open Sans SemiBold" panose="020B0606030504020204" pitchFamily="34" charset="0"/>
                <a:ea typeface="Open Sans SemiBold" panose="020B0606030504020204" pitchFamily="34" charset="0"/>
                <a:cs typeface="Open Sans SemiBold" panose="020B0606030504020204" pitchFamily="34" charset="0"/>
              </a:rPr>
              <a:t>Licensing</a:t>
            </a:r>
          </a:p>
        </p:txBody>
      </p:sp>
      <p:pic>
        <p:nvPicPr>
          <p:cNvPr id="9" name="Picture 8">
            <a:extLst>
              <a:ext uri="{FF2B5EF4-FFF2-40B4-BE49-F238E27FC236}">
                <a16:creationId xmlns:a16="http://schemas.microsoft.com/office/drawing/2014/main" id="{E95A5017-F355-46F1-CCA9-C5215577640B}"/>
              </a:ext>
            </a:extLst>
          </p:cNvPr>
          <p:cNvPicPr>
            <a:picLocks noChangeAspect="1"/>
          </p:cNvPicPr>
          <p:nvPr/>
        </p:nvPicPr>
        <p:blipFill>
          <a:blip r:embed="rId21"/>
          <a:stretch>
            <a:fillRect/>
          </a:stretch>
        </p:blipFill>
        <p:spPr>
          <a:xfrm>
            <a:off x="30987363" y="20483503"/>
            <a:ext cx="1106814" cy="1196743"/>
          </a:xfrm>
          <a:prstGeom prst="rect">
            <a:avLst/>
          </a:prstGeom>
        </p:spPr>
      </p:pic>
    </p:spTree>
    <p:extLst>
      <p:ext uri="{BB962C8B-B14F-4D97-AF65-F5344CB8AC3E}">
        <p14:creationId xmlns:p14="http://schemas.microsoft.com/office/powerpoint/2010/main" val="1435791218"/>
      </p:ext>
    </p:extLst>
  </p:cSld>
  <p:clrMapOvr>
    <a:masterClrMapping/>
  </p:clrMapOvr>
</p:sld>
</file>

<file path=ppt/theme/theme1.xml><?xml version="1.0" encoding="utf-8"?>
<a:theme xmlns:a="http://schemas.openxmlformats.org/drawingml/2006/main" name="Thema_UU">
  <a:themeElements>
    <a:clrScheme name="UU_Kleurenpalet voor MS Office">
      <a:dk1>
        <a:srgbClr val="000000"/>
      </a:dk1>
      <a:lt1>
        <a:srgbClr val="FFFFFF"/>
      </a:lt1>
      <a:dk2>
        <a:srgbClr val="C00935"/>
      </a:dk2>
      <a:lt2>
        <a:srgbClr val="D9D9D9"/>
      </a:lt2>
      <a:accent1>
        <a:srgbClr val="FFCD00"/>
      </a:accent1>
      <a:accent2>
        <a:srgbClr val="DD9562"/>
      </a:accent2>
      <a:accent3>
        <a:srgbClr val="911D56"/>
      </a:accent3>
      <a:accent4>
        <a:srgbClr val="63A593"/>
      </a:accent4>
      <a:accent5>
        <a:srgbClr val="161D41"/>
      </a:accent5>
      <a:accent6>
        <a:srgbClr val="6686C3"/>
      </a:accent6>
      <a:hlink>
        <a:srgbClr val="52287F"/>
      </a:hlink>
      <a:folHlink>
        <a:srgbClr val="623E2B"/>
      </a:folHlink>
    </a:clrScheme>
    <a:fontScheme name="Lettertype UU">
      <a:majorFont>
        <a:latin typeface="Verdana"/>
        <a:ea typeface=""/>
        <a:cs typeface=""/>
      </a:majorFont>
      <a:minorFont>
        <a:latin typeface="Verdana"/>
        <a:ea typeface=""/>
        <a:cs typeface=""/>
      </a:minorFont>
    </a:fontScheme>
    <a:fmtScheme name="Kantoor">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lnDef>
      <a:spPr>
        <a:ln>
          <a:solidFill>
            <a:schemeClr val="tx1"/>
          </a:solidFill>
        </a:ln>
      </a:spPr>
      <a:bodyPr/>
      <a:lstStyle/>
      <a:style>
        <a:lnRef idx="1">
          <a:schemeClr val="accent1"/>
        </a:lnRef>
        <a:fillRef idx="0">
          <a:schemeClr val="accent1"/>
        </a:fillRef>
        <a:effectRef idx="0">
          <a:schemeClr val="accent1"/>
        </a:effectRef>
        <a:fontRef idx="minor">
          <a:schemeClr val="tx1"/>
        </a:fontRef>
      </a:style>
    </a:lnDef>
    <a:txDef>
      <a:spPr>
        <a:noFill/>
      </a:spPr>
      <a:bodyPr wrap="square" lIns="0" tIns="0" rIns="0" bIns="0" rtlCol="0">
        <a:spAutoFit/>
      </a:bodyPr>
      <a:lstStyle>
        <a:defPPr>
          <a:defRPr/>
        </a:defPPr>
      </a:lstStyle>
    </a:txDef>
  </a:objectDefaults>
  <a:extraClrSchemeLst/>
  <a:extLst>
    <a:ext uri="{05A4C25C-085E-4340-85A3-A5531E510DB2}">
      <thm15:themeFamily xmlns:thm15="http://schemas.microsoft.com/office/thememl/2012/main" name="Thema_UU" id="{69539A96-05D9-9F44-937C-76FDE5EEAA32}" vid="{C9683E3C-EB62-FC4E-89BA-4F8478459AA6}"/>
    </a:ext>
  </a:extLst>
</a:theme>
</file>

<file path=ppt/theme/theme2.xml><?xml version="1.0" encoding="utf-8"?>
<a:theme xmlns:a="http://schemas.openxmlformats.org/drawingml/2006/main" name="Office-thema">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emplate>Thema_UU</Template>
  <TotalTime>1261</TotalTime>
  <Words>655</Words>
  <Application>Microsoft Macintosh PowerPoint</Application>
  <PresentationFormat>Custom</PresentationFormat>
  <Paragraphs>48</Paragraphs>
  <Slides>1</Slides>
  <Notes>1</Notes>
  <HiddenSlides>0</HiddenSlides>
  <MMClips>0</MMClips>
  <ScaleCrop>false</ScaleCrop>
  <HeadingPairs>
    <vt:vector size="6" baseType="variant">
      <vt:variant>
        <vt:lpstr>Fonts Used</vt:lpstr>
      </vt:variant>
      <vt:variant>
        <vt:i4>7</vt:i4>
      </vt:variant>
      <vt:variant>
        <vt:lpstr>Theme</vt:lpstr>
      </vt:variant>
      <vt:variant>
        <vt:i4>1</vt:i4>
      </vt:variant>
      <vt:variant>
        <vt:lpstr>Slide Titles</vt:lpstr>
      </vt:variant>
      <vt:variant>
        <vt:i4>1</vt:i4>
      </vt:variant>
    </vt:vector>
  </HeadingPairs>
  <TitlesOfParts>
    <vt:vector size="9" baseType="lpstr">
      <vt:lpstr>Arial</vt:lpstr>
      <vt:lpstr>Calibri</vt:lpstr>
      <vt:lpstr>Merriweather</vt:lpstr>
      <vt:lpstr>Merriweather Regular</vt:lpstr>
      <vt:lpstr>Open Sans</vt:lpstr>
      <vt:lpstr>Open Sans SemiBold</vt:lpstr>
      <vt:lpstr>Verdana</vt:lpstr>
      <vt:lpstr>Thema_UU</vt:lpstr>
      <vt:lpstr>PowerPoint Presentation</vt:lpstr>
    </vt:vector>
  </TitlesOfParts>
  <Company>UU</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PowerPoint-presentatie</dc:title>
  <dc:creator>Frouke</dc:creator>
  <cp:lastModifiedBy>Oberman, H.I. (Hanne)</cp:lastModifiedBy>
  <cp:revision>347</cp:revision>
  <cp:lastPrinted>2015-10-14T14:40:41Z</cp:lastPrinted>
  <dcterms:created xsi:type="dcterms:W3CDTF">2013-01-24T08:51:25Z</dcterms:created>
  <dcterms:modified xsi:type="dcterms:W3CDTF">2025-07-17T12:26:55Z</dcterms:modified>
</cp:coreProperties>
</file>